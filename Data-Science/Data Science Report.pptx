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1.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notesSlides/notesSlide2.xml" ContentType="application/vnd.openxmlformats-officedocument.presentationml.notesSlide+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notesSlides/notesSlide3.xml" ContentType="application/vnd.openxmlformats-officedocument.presentationml.notesSlide+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notesSlides/notesSlide4.xml" ContentType="application/vnd.openxmlformats-officedocument.presentationml.notesSlide+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notesSlides/notesSlide5.xml" ContentType="application/vnd.openxmlformats-officedocument.presentationml.notesSlide+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notesSlides/notesSlide6.xml" ContentType="application/vnd.openxmlformats-officedocument.presentationml.notesSlide+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notesSlides/notesSlide7.xml" ContentType="application/vnd.openxmlformats-officedocument.presentationml.notesSlide+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8.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notesSlides/notesSlide9.xml" ContentType="application/vnd.openxmlformats-officedocument.presentationml.notesSlide+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notesSlides/notesSlide10.xml" ContentType="application/vnd.openxmlformats-officedocument.presentationml.notesSlide+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notesSlides/notesSlide11.xml" ContentType="application/vnd.openxmlformats-officedocument.presentationml.notesSlide+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notesSlides/notesSlide12.xml" ContentType="application/vnd.openxmlformats-officedocument.presentationml.notesSlide+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13.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notesSlides/notesSlide14.xml" ContentType="application/vnd.openxmlformats-officedocument.presentationml.notesSlide+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3"/>
  </p:notesMasterIdLst>
  <p:handoutMasterIdLst>
    <p:handoutMasterId r:id="rId24"/>
  </p:handoutMasterIdLst>
  <p:sldIdLst>
    <p:sldId id="282" r:id="rId2"/>
    <p:sldId id="256" r:id="rId3"/>
    <p:sldId id="281" r:id="rId4"/>
    <p:sldId id="283" r:id="rId5"/>
    <p:sldId id="3218" r:id="rId6"/>
    <p:sldId id="284" r:id="rId7"/>
    <p:sldId id="3219" r:id="rId8"/>
    <p:sldId id="290" r:id="rId9"/>
    <p:sldId id="3220" r:id="rId10"/>
    <p:sldId id="3211" r:id="rId11"/>
    <p:sldId id="3221" r:id="rId12"/>
    <p:sldId id="3212" r:id="rId13"/>
    <p:sldId id="3222" r:id="rId14"/>
    <p:sldId id="3213" r:id="rId15"/>
    <p:sldId id="3223" r:id="rId16"/>
    <p:sldId id="3214" r:id="rId17"/>
    <p:sldId id="3224" r:id="rId18"/>
    <p:sldId id="3215" r:id="rId19"/>
    <p:sldId id="3225" r:id="rId20"/>
    <p:sldId id="3216" r:id="rId21"/>
    <p:sldId id="411"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4" userDrawn="1">
          <p15:clr>
            <a:srgbClr val="A4A3A4"/>
          </p15:clr>
        </p15:guide>
        <p15:guide id="2" pos="453" userDrawn="1">
          <p15:clr>
            <a:srgbClr val="A4A3A4"/>
          </p15:clr>
        </p15:guide>
        <p15:guide id="3" pos="7226" userDrawn="1">
          <p15:clr>
            <a:srgbClr val="A4A3A4"/>
          </p15:clr>
        </p15:guide>
        <p15:guide id="4" orient="horz" pos="567" userDrawn="1">
          <p15:clr>
            <a:srgbClr val="A4A3A4"/>
          </p15:clr>
        </p15:guide>
        <p15:guide id="5" orient="horz" pos="4000" userDrawn="1">
          <p15:clr>
            <a:srgbClr val="A4A3A4"/>
          </p15:clr>
        </p15:guide>
        <p15:guide id="6"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34" autoAdjust="0"/>
    <p:restoredTop sz="94660"/>
  </p:normalViewPr>
  <p:slideViewPr>
    <p:cSldViewPr snapToGrid="0" showGuides="1">
      <p:cViewPr varScale="1">
        <p:scale>
          <a:sx n="65" d="100"/>
          <a:sy n="65" d="100"/>
        </p:scale>
        <p:origin x="774" y="60"/>
      </p:cViewPr>
      <p:guideLst>
        <p:guide orient="horz" pos="2114"/>
        <p:guide pos="453"/>
        <p:guide pos="7226"/>
        <p:guide orient="horz" pos="567"/>
        <p:guide orient="horz" pos="4000"/>
        <p:guide pos="3840"/>
      </p:guideLst>
    </p:cSldViewPr>
  </p:slideViewPr>
  <p:notesTextViewPr>
    <p:cViewPr>
      <p:scale>
        <a:sx n="3" d="2"/>
        <a:sy n="3" d="2"/>
      </p:scale>
      <p:origin x="0" y="0"/>
    </p:cViewPr>
  </p:notesTextViewPr>
  <p:sorterViewPr>
    <p:cViewPr varScale="1">
      <p:scale>
        <a:sx n="1" d="1"/>
        <a:sy n="1" d="1"/>
      </p:scale>
      <p:origin x="0" y="0"/>
    </p:cViewPr>
  </p:sorter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t>2026/1/17</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C49D05-6128-4D0D-A32A-06A5E73B386C}" type="datetimeFigureOut">
              <a:rPr lang="zh-CN" altLang="en-US" smtClean="0"/>
              <a:t>2026/1/17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49F42C-2DAE-424C-A4B8-3140182C3E9F}"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85D0DACE-38E0-42D2-9336-2B707D34BC6D}"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656C3075-5FC6-4713-9D9C-EE6B98521648}"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t>4</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t>6</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t>8</a:t>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a:sym typeface="+mn-ea"/>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t>21</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4.xml"/><Relationship Id="rId3" Type="http://schemas.openxmlformats.org/officeDocument/2006/relationships/tags" Target="../tags/tag9.xml"/><Relationship Id="rId7" Type="http://schemas.openxmlformats.org/officeDocument/2006/relationships/tags" Target="../tags/tag13.xml"/><Relationship Id="rId12" Type="http://schemas.openxmlformats.org/officeDocument/2006/relationships/image" Target="file:///C:\Users\1V994W2\PycharmProjects\PPT_Background_Generation/pic_temp/pic_sup.png" TargetMode="Externa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1.png"/><Relationship Id="rId5" Type="http://schemas.openxmlformats.org/officeDocument/2006/relationships/tags" Target="../tags/tag11.xml"/><Relationship Id="rId10" Type="http://schemas.openxmlformats.org/officeDocument/2006/relationships/slideMaster" Target="../slideMasters/slideMaster1.xml"/><Relationship Id="rId4" Type="http://schemas.openxmlformats.org/officeDocument/2006/relationships/tags" Target="../tags/tag10.xml"/><Relationship Id="rId9" Type="http://schemas.openxmlformats.org/officeDocument/2006/relationships/tags" Target="../tags/tag15.xml"/></Relationships>
</file>

<file path=ppt/slideLayouts/_rels/slideLayout2.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8.xml"/><Relationship Id="rId7" Type="http://schemas.openxmlformats.org/officeDocument/2006/relationships/tags" Target="../tags/tag22.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17.xml"/><Relationship Id="rId1" Type="http://schemas.openxmlformats.org/officeDocument/2006/relationships/tags" Target="../tags/tag16.xml"/><Relationship Id="rId6" Type="http://schemas.openxmlformats.org/officeDocument/2006/relationships/tags" Target="../tags/tag21.xml"/><Relationship Id="rId11" Type="http://schemas.openxmlformats.org/officeDocument/2006/relationships/image" Target="../media/image3.png"/><Relationship Id="rId5" Type="http://schemas.openxmlformats.org/officeDocument/2006/relationships/tags" Target="../tags/tag20.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19.xml"/><Relationship Id="rId9"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11" Type="http://schemas.openxmlformats.org/officeDocument/2006/relationships/image" Target="file:///C:\Users\1V994W2\PycharmProjects\PPT_Background_Generation/pic_temp/pic_half_left.png" TargetMode="External"/><Relationship Id="rId5" Type="http://schemas.openxmlformats.org/officeDocument/2006/relationships/tags" Target="../tags/tag27.xml"/><Relationship Id="rId10" Type="http://schemas.openxmlformats.org/officeDocument/2006/relationships/image" Target="../media/image4.png"/><Relationship Id="rId4" Type="http://schemas.openxmlformats.org/officeDocument/2006/relationships/tags" Target="../tags/tag26.xml"/><Relationship Id="rId9"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image" Target="../media/image3.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35.xml"/><Relationship Id="rId10" Type="http://schemas.openxmlformats.org/officeDocument/2006/relationships/image" Target="../media/image2.png"/><Relationship Id="rId4" Type="http://schemas.openxmlformats.org/officeDocument/2006/relationships/tags" Target="../tags/tag34.xml"/><Relationship Id="rId9"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image" Target="file:///C:\Users\1V994W2\PycharmProjects\PPT_Background_Generation/pic_temp/0_pic_quater_left_up.png" TargetMode="Externa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image" Target="../media/image2.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slideMaster" Target="../slideMasters/slideMaster1.xml"/><Relationship Id="rId5" Type="http://schemas.openxmlformats.org/officeDocument/2006/relationships/tags" Target="../tags/tag43.xml"/><Relationship Id="rId15" Type="http://schemas.openxmlformats.org/officeDocument/2006/relationships/image" Target="file:///C:\Users\1V994W2\PycharmProjects\PPT_Background_Generation/pic_temp/1_pic_quater_right_up.png" TargetMode="External"/><Relationship Id="rId10" Type="http://schemas.openxmlformats.org/officeDocument/2006/relationships/tags" Target="../tags/tag48.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tags" Target="../tags/tag51.xml"/><Relationship Id="rId7" Type="http://schemas.openxmlformats.org/officeDocument/2006/relationships/slideMaster" Target="../slideMasters/slideMaster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tags" Target="../tags/tag54.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53.xml"/><Relationship Id="rId10" Type="http://schemas.openxmlformats.org/officeDocument/2006/relationships/image" Target="../media/image2.png"/><Relationship Id="rId4" Type="http://schemas.openxmlformats.org/officeDocument/2006/relationships/tags" Target="../tags/tag52.xml"/><Relationship Id="rId9" Type="http://schemas.openxmlformats.org/officeDocument/2006/relationships/image" Target="file:///C:\Users\1V994W2\Documents\Tencent%20Files\574576071\FileRecv\&#25340;&#35013;&#32032;&#26448;\&#26032;&#24314;&#25991;&#20214;&#22841;\\30\subject_holdleft_130,237,240_0_staid_full_0.png" TargetMode="Externa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57.xml"/><Relationship Id="rId2" Type="http://schemas.openxmlformats.org/officeDocument/2006/relationships/tags" Target="../tags/tag56.xml"/><Relationship Id="rId1" Type="http://schemas.openxmlformats.org/officeDocument/2006/relationships/tags" Target="../tags/tag55.xml"/><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65.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60.xml"/><Relationship Id="rId7" Type="http://schemas.openxmlformats.org/officeDocument/2006/relationships/tags" Target="../tags/tag64.xml"/><Relationship Id="rId12" Type="http://schemas.openxmlformats.org/officeDocument/2006/relationships/image" Target="../media/image3.png"/><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tags" Target="../tags/tag63.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62.xml"/><Relationship Id="rId10" Type="http://schemas.openxmlformats.org/officeDocument/2006/relationships/image" Target="../media/image2.png"/><Relationship Id="rId4" Type="http://schemas.openxmlformats.org/officeDocument/2006/relationships/tags" Target="../tags/tag61.xml"/><Relationship Id="rId9"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68.xml"/><Relationship Id="rId7" Type="http://schemas.openxmlformats.org/officeDocument/2006/relationships/tags" Target="../tags/tag72.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tags" Target="../tags/tag71.xml"/><Relationship Id="rId11" Type="http://schemas.openxmlformats.org/officeDocument/2006/relationships/image" Target="../media/image3.png"/><Relationship Id="rId5" Type="http://schemas.openxmlformats.org/officeDocument/2006/relationships/tags" Target="../tags/tag70.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69.xml"/><Relationship Id="rId9"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75.xml"/><Relationship Id="rId7"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tags" Target="../tags/tag78.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77.xml"/><Relationship Id="rId10" Type="http://schemas.openxmlformats.org/officeDocument/2006/relationships/image" Target="../media/image3.png"/><Relationship Id="rId4" Type="http://schemas.openxmlformats.org/officeDocument/2006/relationships/tags" Target="../tags/tag76.xml"/><Relationship Id="rId9" Type="http://schemas.openxmlformats.org/officeDocument/2006/relationships/image" Target="file:///C:\Users\1V994W2\PycharmProjects\PPT_Background_Generation/pic_temp/0_pic_quater_left_up.png" TargetMode="Externa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image" Target="file:///C:\Users\1V994W2\PycharmProjects\PPT_Background_Generation/pic_temp/pic_sup.png" TargetMode="Externa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1.png"/><Relationship Id="rId5" Type="http://schemas.openxmlformats.org/officeDocument/2006/relationships/tags" Target="../tags/tag83.xml"/><Relationship Id="rId10" Type="http://schemas.openxmlformats.org/officeDocument/2006/relationships/slideMaster" Target="../slideMasters/slideMaster1.xml"/><Relationship Id="rId4" Type="http://schemas.openxmlformats.org/officeDocument/2006/relationships/tags" Target="../tags/tag82.xml"/><Relationship Id="rId9" Type="http://schemas.openxmlformats.org/officeDocument/2006/relationships/tags" Target="../tags/tag87.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tags" Target="../tags/tag90.xml"/><Relationship Id="rId7" Type="http://schemas.openxmlformats.org/officeDocument/2006/relationships/slideMaster" Target="../slideMasters/slideMaster1.xml"/><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tags" Target="../tags/tag93.xml"/><Relationship Id="rId11" Type="http://schemas.openxmlformats.org/officeDocument/2006/relationships/image" Target="file:///C:\Users\1V994W2\PycharmProjects\PPT_Background_Generation/pic_temp/1_pic_quater_right_up.png" TargetMode="External"/><Relationship Id="rId5" Type="http://schemas.openxmlformats.org/officeDocument/2006/relationships/tags" Target="../tags/tag92.xml"/><Relationship Id="rId10" Type="http://schemas.openxmlformats.org/officeDocument/2006/relationships/image" Target="../media/image3.png"/><Relationship Id="rId4" Type="http://schemas.openxmlformats.org/officeDocument/2006/relationships/tags" Target="../tags/tag91.xml"/><Relationship Id="rId9" Type="http://schemas.openxmlformats.org/officeDocument/2006/relationships/image" Target="file:///C:\Users\1V994W2\PycharmProjects\PPT_Background_Generation/pic_temp/0_pic_quater_left_up.png" TargetMode="External"/></Relationships>
</file>

<file path=ppt/slideLayouts/_rels/slideLayout13.xml.rels><?xml version="1.0" encoding="UTF-8" standalone="yes"?>
<Relationships xmlns="http://schemas.openxmlformats.org/package/2006/relationships"><Relationship Id="rId8" Type="http://schemas.openxmlformats.org/officeDocument/2006/relationships/tags" Target="../tags/tag101.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96.xml"/><Relationship Id="rId7" Type="http://schemas.openxmlformats.org/officeDocument/2006/relationships/tags" Target="../tags/tag100.xml"/><Relationship Id="rId12" Type="http://schemas.openxmlformats.org/officeDocument/2006/relationships/image" Target="../media/image3.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tags" Target="../tags/tag99.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98.xml"/><Relationship Id="rId10" Type="http://schemas.openxmlformats.org/officeDocument/2006/relationships/image" Target="../media/image2.png"/><Relationship Id="rId4" Type="http://schemas.openxmlformats.org/officeDocument/2006/relationships/tags" Target="../tags/tag97.xml"/><Relationship Id="rId9"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8" Type="http://schemas.openxmlformats.org/officeDocument/2006/relationships/tags" Target="../tags/tag109.xml"/><Relationship Id="rId3" Type="http://schemas.openxmlformats.org/officeDocument/2006/relationships/tags" Target="../tags/tag104.xml"/><Relationship Id="rId7" Type="http://schemas.openxmlformats.org/officeDocument/2006/relationships/tags" Target="../tags/tag108.xml"/><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tags" Target="../tags/tag107.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106.xml"/><Relationship Id="rId10" Type="http://schemas.openxmlformats.org/officeDocument/2006/relationships/image" Target="../media/image2.png"/><Relationship Id="rId4" Type="http://schemas.openxmlformats.org/officeDocument/2006/relationships/tags" Target="../tags/tag105.xml"/><Relationship Id="rId9"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17.xml"/><Relationship Id="rId13" Type="http://schemas.openxmlformats.org/officeDocument/2006/relationships/image" Target="../media/image3.png"/><Relationship Id="rId3" Type="http://schemas.openxmlformats.org/officeDocument/2006/relationships/tags" Target="../tags/tag112.xml"/><Relationship Id="rId7" Type="http://schemas.openxmlformats.org/officeDocument/2006/relationships/tags" Target="../tags/tag116.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tags" Target="../tags/tag115.xml"/><Relationship Id="rId11" Type="http://schemas.openxmlformats.org/officeDocument/2006/relationships/image" Target="../media/image2.png"/><Relationship Id="rId5" Type="http://schemas.openxmlformats.org/officeDocument/2006/relationships/tags" Target="../tags/tag114.xml"/><Relationship Id="rId10" Type="http://schemas.openxmlformats.org/officeDocument/2006/relationships/slideMaster" Target="../slideMasters/slideMaster1.xml"/><Relationship Id="rId4" Type="http://schemas.openxmlformats.org/officeDocument/2006/relationships/tags" Target="../tags/tag113.xml"/><Relationship Id="rId9" Type="http://schemas.openxmlformats.org/officeDocument/2006/relationships/tags" Target="../tags/tag118.xml"/><Relationship Id="rId14" Type="http://schemas.openxmlformats.org/officeDocument/2006/relationships/image" Target="file:///C:\Users\1V994W2\PycharmProjects\PPT_Background_Generation/pic_temp/1_pic_quater_right_up.png" TargetMode="External"/></Relationships>
</file>

<file path=ppt/slideLayouts/_rels/slideLayout16.xml.rels><?xml version="1.0" encoding="UTF-8" standalone="yes"?>
<Relationships xmlns="http://schemas.openxmlformats.org/package/2006/relationships"><Relationship Id="rId8" Type="http://schemas.openxmlformats.org/officeDocument/2006/relationships/tags" Target="../tags/tag126.xml"/><Relationship Id="rId13" Type="http://schemas.openxmlformats.org/officeDocument/2006/relationships/image" Target="../media/image3.png"/><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file:///C:\Users\1V994W2\PycharmProjects\PPT_Background_Generation/pic_temp/0_pic_quater_left_up.png" TargetMode="External"/><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image" Target="../media/image2.png"/><Relationship Id="rId5" Type="http://schemas.openxmlformats.org/officeDocument/2006/relationships/tags" Target="../tags/tag123.xml"/><Relationship Id="rId10" Type="http://schemas.openxmlformats.org/officeDocument/2006/relationships/slideMaster" Target="../slideMasters/slideMaster1.xml"/><Relationship Id="rId4" Type="http://schemas.openxmlformats.org/officeDocument/2006/relationships/tags" Target="../tags/tag122.xml"/><Relationship Id="rId9" Type="http://schemas.openxmlformats.org/officeDocument/2006/relationships/tags" Target="../tags/tag127.xml"/><Relationship Id="rId14" Type="http://schemas.openxmlformats.org/officeDocument/2006/relationships/image" Target="file:///C:\Users\1V994W2\PycharmProjects\PPT_Background_Generation/pic_temp/1_pic_quater_right_up.png" TargetMode="External"/></Relationships>
</file>

<file path=ppt/slideLayouts/_rels/slideLayout17.xml.rels><?xml version="1.0" encoding="UTF-8" standalone="yes"?>
<Relationships xmlns="http://schemas.openxmlformats.org/package/2006/relationships"><Relationship Id="rId8" Type="http://schemas.openxmlformats.org/officeDocument/2006/relationships/tags" Target="../tags/tag135.xml"/><Relationship Id="rId13" Type="http://schemas.openxmlformats.org/officeDocument/2006/relationships/image" Target="../media/image2.png"/><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slideMaster" Target="../slideMasters/slideMaster1.xml"/><Relationship Id="rId2" Type="http://schemas.openxmlformats.org/officeDocument/2006/relationships/tags" Target="../tags/tag129.xml"/><Relationship Id="rId16" Type="http://schemas.openxmlformats.org/officeDocument/2006/relationships/image" Target="file:///C:\Users\1V994W2\PycharmProjects\PPT_Background_Generation/pic_temp/1_pic_quater_right_up.png" TargetMode="Externa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tags" Target="../tags/tag138.xml"/><Relationship Id="rId5" Type="http://schemas.openxmlformats.org/officeDocument/2006/relationships/tags" Target="../tags/tag132.xml"/><Relationship Id="rId15" Type="http://schemas.openxmlformats.org/officeDocument/2006/relationships/image" Target="../media/image3.png"/><Relationship Id="rId10" Type="http://schemas.openxmlformats.org/officeDocument/2006/relationships/tags" Target="../tags/tag137.xml"/><Relationship Id="rId4" Type="http://schemas.openxmlformats.org/officeDocument/2006/relationships/tags" Target="../tags/tag131.xml"/><Relationship Id="rId9" Type="http://schemas.openxmlformats.org/officeDocument/2006/relationships/tags" Target="../tags/tag136.xml"/><Relationship Id="rId14" Type="http://schemas.openxmlformats.org/officeDocument/2006/relationships/image" Target="file:///C:\Users\1V994W2\PycharmProjects\PPT_Background_Generation/pic_temp/0_pic_quater_left_up.png" TargetMode="Externa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146.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141.xml"/><Relationship Id="rId7" Type="http://schemas.openxmlformats.org/officeDocument/2006/relationships/tags" Target="../tags/tag145.xml"/><Relationship Id="rId12" Type="http://schemas.openxmlformats.org/officeDocument/2006/relationships/image" Target="../media/image3.png"/><Relationship Id="rId2" Type="http://schemas.openxmlformats.org/officeDocument/2006/relationships/tags" Target="../tags/tag140.xml"/><Relationship Id="rId1" Type="http://schemas.openxmlformats.org/officeDocument/2006/relationships/tags" Target="../tags/tag139.xml"/><Relationship Id="rId6" Type="http://schemas.openxmlformats.org/officeDocument/2006/relationships/tags" Target="../tags/tag144.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143.xml"/><Relationship Id="rId10" Type="http://schemas.openxmlformats.org/officeDocument/2006/relationships/image" Target="../media/image2.png"/><Relationship Id="rId4" Type="http://schemas.openxmlformats.org/officeDocument/2006/relationships/tags" Target="../tags/tag142.xml"/><Relationship Id="rId9"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5" name="图片 4"/>
          <p:cNvPicPr/>
          <p:nvPr userDrawn="1">
            <p:custDataLst>
              <p:tags r:id="rId1"/>
            </p:custDataLst>
          </p:nvPr>
        </p:nvPicPr>
        <p:blipFill>
          <a:blip r:embed="rId11" r:link="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6" name="日期占位符 15"/>
          <p:cNvSpPr>
            <a:spLocks noGrp="1"/>
          </p:cNvSpPr>
          <p:nvPr>
            <p:ph type="dt" sz="half" idx="10"/>
            <p:custDataLst>
              <p:tags r:id="rId2"/>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17" name="页脚占位符 16"/>
          <p:cNvSpPr>
            <a:spLocks noGrp="1"/>
          </p:cNvSpPr>
          <p:nvPr>
            <p:ph type="ftr" sz="quarter" idx="11"/>
            <p:custDataLst>
              <p:tags r:id="rId3"/>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18" name="灯片编号占位符 17"/>
          <p:cNvSpPr>
            <a:spLocks noGrp="1"/>
          </p:cNvSpPr>
          <p:nvPr>
            <p:ph type="sldNum" sz="quarter" idx="12"/>
            <p:custDataLst>
              <p:tags r:id="rId4"/>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10" name="矩形 9"/>
          <p:cNvSpPr/>
          <p:nvPr userDrawn="1">
            <p:custDataLst>
              <p:tags r:id="rId5"/>
            </p:custDataLst>
          </p:nvPr>
        </p:nvSpPr>
        <p:spPr>
          <a:xfrm>
            <a:off x="762317" y="2046922"/>
            <a:ext cx="4825365" cy="494030"/>
          </a:xfrm>
          <a:prstGeom prst="rect">
            <a:avLst/>
          </a:prstGeom>
          <a:solidFill>
            <a:schemeClr val="accent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sp>
        <p:nvSpPr>
          <p:cNvPr id="6" name="文本占位符 5"/>
          <p:cNvSpPr>
            <a:spLocks noGrp="1"/>
          </p:cNvSpPr>
          <p:nvPr>
            <p:ph type="body" sz="quarter" idx="16" hasCustomPrompt="1"/>
            <p:custDataLst>
              <p:tags r:id="rId6"/>
            </p:custDataLst>
          </p:nvPr>
        </p:nvSpPr>
        <p:spPr>
          <a:xfrm>
            <a:off x="800418" y="3927157"/>
            <a:ext cx="1910715"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Arial" panose="020B0604020202020204" pitchFamily="34" charset="0"/>
                <a:ea typeface="Microsoft YaHei" panose="020B0503020204020204" pitchFamily="3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编辑文本</a:t>
            </a:r>
          </a:p>
        </p:txBody>
      </p:sp>
      <p:sp>
        <p:nvSpPr>
          <p:cNvPr id="4" name="文本占位符 3"/>
          <p:cNvSpPr>
            <a:spLocks noGrp="1"/>
          </p:cNvSpPr>
          <p:nvPr>
            <p:ph type="body" sz="quarter" idx="15" hasCustomPrompt="1"/>
            <p:custDataLst>
              <p:tags r:id="rId7"/>
            </p:custDataLst>
          </p:nvPr>
        </p:nvSpPr>
        <p:spPr>
          <a:xfrm>
            <a:off x="800418" y="4402138"/>
            <a:ext cx="1910715"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Arial" panose="020B0604020202020204" pitchFamily="34" charset="0"/>
                <a:ea typeface="Microsoft YaHei" panose="020B0503020204020204" pitchFamily="3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编辑文本</a:t>
            </a:r>
          </a:p>
        </p:txBody>
      </p:sp>
      <p:sp>
        <p:nvSpPr>
          <p:cNvPr id="3" name="标题 2"/>
          <p:cNvSpPr>
            <a:spLocks noGrp="1"/>
          </p:cNvSpPr>
          <p:nvPr>
            <p:ph type="ctrTitle" idx="14" hasCustomPrompt="1"/>
            <p:custDataLst>
              <p:tags r:id="rId8"/>
            </p:custDataLst>
          </p:nvPr>
        </p:nvSpPr>
        <p:spPr>
          <a:xfrm>
            <a:off x="762318" y="2743518"/>
            <a:ext cx="4825365" cy="970915"/>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5400"/>
              <a:buFont typeface="Arial" panose="020B0604020202020204" pitchFamily="34" charset="0"/>
              <a:buNone/>
              <a:defRPr sz="5400" b="0" spc="600">
                <a:solidFill>
                  <a:schemeClr val="bg1"/>
                </a:solidFill>
                <a:latin typeface="Arial" panose="020B0604020202020204" pitchFamily="34" charset="0"/>
                <a:ea typeface="汉仪旗黑-85S" panose="00020600040101010101" pitchFamily="18" charset="-122"/>
              </a:defRPr>
            </a:lvl1pPr>
          </a:lstStyle>
          <a:p>
            <a:r>
              <a:rPr lang="zh-CN" altLang="en-US"/>
              <a:t>编辑标题</a:t>
            </a:r>
          </a:p>
        </p:txBody>
      </p:sp>
      <p:sp>
        <p:nvSpPr>
          <p:cNvPr id="2" name="副标题 1"/>
          <p:cNvSpPr>
            <a:spLocks noGrp="1"/>
          </p:cNvSpPr>
          <p:nvPr>
            <p:ph type="subTitle" idx="13" hasCustomPrompt="1"/>
            <p:custDataLst>
              <p:tags r:id="rId9"/>
            </p:custDataLst>
          </p:nvPr>
        </p:nvSpPr>
        <p:spPr>
          <a:xfrm>
            <a:off x="904875" y="2046922"/>
            <a:ext cx="4540250" cy="494030"/>
          </a:xfrm>
        </p:spPr>
        <p:txBody>
          <a:bodyPr vert="horz" wrap="square" lIns="0" tIns="0" rIns="0" bIns="0" anchor="ctr" anchorCtr="0">
            <a:normAutofit/>
          </a:bodyPr>
          <a:lstStyle>
            <a:lvl1pPr marL="0" marR="0" indent="0" algn="l" defTabSz="914400" rtl="0" eaLnBrk="1" fontAlgn="ctr" latinLnBrk="0" hangingPunct="1">
              <a:lnSpc>
                <a:spcPct val="100000"/>
              </a:lnSpc>
              <a:spcBef>
                <a:spcPts val="0"/>
              </a:spcBef>
              <a:spcAft>
                <a:spcPts val="0"/>
              </a:spcAft>
              <a:buClrTx/>
              <a:buSzPts val="2000"/>
              <a:buFont typeface="Arial" panose="020B0604020202020204" pitchFamily="34" charset="0"/>
              <a:buNone/>
              <a:defRPr sz="2000" b="0" spc="200">
                <a:solidFill>
                  <a:schemeClr val="bg1"/>
                </a:solidFill>
                <a:latin typeface="Arial" panose="020B0604020202020204" pitchFamily="34" charset="0"/>
                <a:ea typeface="Microsoft YaHei"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dirty="0"/>
              <a:t>单击此处编辑副标题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chemeClr val="tx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idx="1"/>
            <p:custDataLst>
              <p:tags r:id="rId4"/>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solidFill>
          <a:schemeClr val="tx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1397000"/>
            <a:ext cx="3612445" cy="4064000"/>
          </a:xfrm>
          <a:prstGeom prst="rect">
            <a:avLst/>
          </a:prstGeom>
        </p:spPr>
      </p:pic>
      <p:sp>
        <p:nvSpPr>
          <p:cNvPr id="4" name="日期占位符 3"/>
          <p:cNvSpPr>
            <a:spLocks noGrp="1"/>
          </p:cNvSpPr>
          <p:nvPr>
            <p:ph type="dt" sz="half" idx="10"/>
            <p:custDataLst>
              <p:tags r:id="rId2"/>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5" name="页脚占位符 4"/>
          <p:cNvSpPr>
            <a:spLocks noGrp="1"/>
          </p:cNvSpPr>
          <p:nvPr>
            <p:ph type="ftr" sz="quarter" idx="11"/>
            <p:custDataLst>
              <p:tags r:id="rId3"/>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6" name="灯片编号占位符 5"/>
          <p:cNvSpPr>
            <a:spLocks noGrp="1"/>
          </p:cNvSpPr>
          <p:nvPr>
            <p:ph type="sldNum" sz="quarter" idx="12"/>
            <p:custDataLst>
              <p:tags r:id="rId4"/>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
        <p:nvSpPr>
          <p:cNvPr id="8" name="矩形 7"/>
          <p:cNvSpPr/>
          <p:nvPr userDrawn="1">
            <p:custDataLst>
              <p:tags r:id="rId5"/>
            </p:custDataLst>
          </p:nvPr>
        </p:nvSpPr>
        <p:spPr>
          <a:xfrm>
            <a:off x="6244908" y="2750185"/>
            <a:ext cx="4549140" cy="1356995"/>
          </a:xfrm>
          <a:prstGeom prst="rect">
            <a:avLst/>
          </a:prstGeom>
          <a:solidFill>
            <a:schemeClr val="accent1">
              <a:alpha val="30000"/>
            </a:schemeClr>
          </a:solidFill>
          <a:ln w="12700" cap="flat" cmpd="sng" algn="ctr">
            <a:noFill/>
            <a:prstDash val="solid"/>
            <a:miter lim="800000"/>
          </a:ln>
          <a:effectLst/>
        </p:spPr>
        <p:txBody>
          <a:bodyPr wrap="square" lIns="323982" rIns="899951" anchor="ctr">
            <a:normAutofit/>
          </a:bodyPr>
          <a:lstStyle/>
          <a:p>
            <a:pPr marL="0" marR="0" lvl="0" indent="0" algn="l" defTabSz="866775" rtl="0" eaLnBrk="1" fontAlgn="base" latinLnBrk="0" hangingPunct="1">
              <a:lnSpc>
                <a:spcPct val="130000"/>
              </a:lnSpc>
              <a:spcBef>
                <a:spcPct val="0"/>
              </a:spcBef>
              <a:spcAft>
                <a:spcPct val="0"/>
              </a:spcAft>
              <a:buClrTx/>
              <a:buSzTx/>
              <a:buFontTx/>
              <a:buNone/>
              <a:defRPr/>
            </a:pPr>
            <a:endParaRPr kumimoji="0" lang="zh-CN" altLang="en-US" sz="1400" b="0" i="0" kern="0" spc="200" baseline="0" noProof="0" dirty="0">
              <a:ln>
                <a:noFill/>
              </a:ln>
              <a:solidFill>
                <a:prstClr val="black">
                  <a:lumMod val="50000"/>
                  <a:lumOff val="50000"/>
                </a:prstClr>
              </a:solidFill>
              <a:effectLst/>
              <a:uLnTx/>
              <a:uFillTx/>
              <a:latin typeface="Arial" panose="020B0604020202020204" pitchFamily="34" charset="0"/>
              <a:ea typeface="Microsoft YaHei" panose="020B0503020204020204" pitchFamily="34" charset="-122"/>
              <a:cs typeface="+mn-cs"/>
              <a:sym typeface="Arial" panose="020B0604020202020204" pitchFamily="34" charset="0"/>
            </a:endParaRPr>
          </a:p>
        </p:txBody>
      </p:sp>
      <p:sp>
        <p:nvSpPr>
          <p:cNvPr id="3" name="标题 2"/>
          <p:cNvSpPr>
            <a:spLocks noGrp="1"/>
          </p:cNvSpPr>
          <p:nvPr>
            <p:ph type="ctrTitle" idx="14" hasCustomPrompt="1"/>
            <p:custDataLst>
              <p:tags r:id="rId6"/>
            </p:custDataLst>
          </p:nvPr>
        </p:nvSpPr>
        <p:spPr>
          <a:xfrm>
            <a:off x="6398578" y="2750186"/>
            <a:ext cx="4241800" cy="714375"/>
          </a:xfrm>
        </p:spPr>
        <p:txBody>
          <a:bodyPr vert="horz" wrap="square" lIns="0" tIns="0" rIns="0" bIns="0" anchor="ctr" anchorCtr="0">
            <a:normAutofit/>
          </a:bodyPr>
          <a:lstStyle>
            <a:lvl1pPr marL="0" marR="0" indent="0" algn="l" defTabSz="914400" rtl="0" eaLnBrk="1" fontAlgn="auto" latinLnBrk="0" hangingPunct="1">
              <a:lnSpc>
                <a:spcPct val="120000"/>
              </a:lnSpc>
              <a:spcBef>
                <a:spcPct val="0"/>
              </a:spcBef>
              <a:spcAft>
                <a:spcPts val="0"/>
              </a:spcAft>
              <a:buClrTx/>
              <a:buSzPts val="3600"/>
              <a:buNone/>
              <a:defRPr sz="3600" b="0" spc="400">
                <a:solidFill>
                  <a:schemeClr val="bg1"/>
                </a:solidFill>
                <a:latin typeface="Arial" panose="020B0604020202020204" pitchFamily="34" charset="0"/>
                <a:ea typeface="汉仪旗黑-85S" panose="00020600040101010101" pitchFamily="18" charset="-122"/>
              </a:defRPr>
            </a:lvl1pPr>
          </a:lstStyle>
          <a:p>
            <a:r>
              <a:rPr lang="zh-CN" altLang="en-US" dirty="0"/>
              <a:t>编辑标题</a:t>
            </a:r>
          </a:p>
        </p:txBody>
      </p:sp>
      <p:sp>
        <p:nvSpPr>
          <p:cNvPr id="2" name="副标题 1"/>
          <p:cNvSpPr>
            <a:spLocks noGrp="1"/>
          </p:cNvSpPr>
          <p:nvPr>
            <p:ph type="subTitle" idx="13" hasCustomPrompt="1"/>
            <p:custDataLst>
              <p:tags r:id="rId7"/>
            </p:custDataLst>
          </p:nvPr>
        </p:nvSpPr>
        <p:spPr>
          <a:xfrm>
            <a:off x="6398578" y="3667761"/>
            <a:ext cx="4241800" cy="347345"/>
          </a:xfrm>
        </p:spPr>
        <p:txBody>
          <a:bodyPr vert="horz" wrap="square" lIns="0" tIns="0" rIns="0" bIns="0" anchor="t" anchorCtr="0">
            <a:normAutofit/>
          </a:bodyPr>
          <a:lstStyle>
            <a:lvl1pPr marL="0" marR="0" indent="0" algn="l" defTabSz="914400" rtl="0" eaLnBrk="1" fontAlgn="auto" latinLnBrk="0" hangingPunct="1">
              <a:lnSpc>
                <a:spcPct val="130000"/>
              </a:lnSpc>
              <a:spcBef>
                <a:spcPts val="0"/>
              </a:spcBef>
              <a:spcAft>
                <a:spcPts val="0"/>
              </a:spcAft>
              <a:buClrTx/>
              <a:buSzPts val="1600"/>
              <a:buFont typeface="Arial" panose="020B0604020202020204" pitchFamily="34" charset="0"/>
              <a:buNone/>
              <a:defRPr sz="1600" b="0" spc="200">
                <a:solidFill>
                  <a:schemeClr val="bg1"/>
                </a:solidFill>
                <a:latin typeface="Arial" panose="020B0604020202020204" pitchFamily="34" charset="0"/>
                <a:ea typeface="Microsoft YaHei" panose="020B0503020204020204" pitchFamily="34" charset="-122"/>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zh-CN" altLang="en-US"/>
              <a:t>单击此处编辑副标题</a:t>
            </a:r>
          </a:p>
        </p:txBody>
      </p:sp>
      <p:sp>
        <p:nvSpPr>
          <p:cNvPr id="9" name="矩形 8"/>
          <p:cNvSpPr/>
          <p:nvPr userDrawn="1">
            <p:custDataLst>
              <p:tags r:id="rId8"/>
            </p:custDataLst>
          </p:nvPr>
        </p:nvSpPr>
        <p:spPr>
          <a:xfrm>
            <a:off x="3302953" y="2750820"/>
            <a:ext cx="212090" cy="1356995"/>
          </a:xfrm>
          <a:prstGeom prst="rect">
            <a:avLst/>
          </a:prstGeom>
          <a:solidFill>
            <a:schemeClr val="accent1">
              <a:alpha val="30000"/>
            </a:schemeClr>
          </a:solidFill>
          <a:ln w="12700" cap="flat" cmpd="sng" algn="ctr">
            <a:noFill/>
            <a:prstDash val="solid"/>
            <a:miter lim="800000"/>
          </a:ln>
          <a:effectLst/>
        </p:spPr>
        <p:txBody>
          <a:bodyPr wrap="square" lIns="323982" rIns="899951" anchor="ctr">
            <a:normAutofit/>
          </a:bodyPr>
          <a:lstStyle/>
          <a:p>
            <a:pPr marL="0" marR="0" lvl="0" indent="0" algn="l" defTabSz="866775" rtl="0" eaLnBrk="1" fontAlgn="base" latinLnBrk="0" hangingPunct="1">
              <a:lnSpc>
                <a:spcPct val="130000"/>
              </a:lnSpc>
              <a:spcBef>
                <a:spcPct val="0"/>
              </a:spcBef>
              <a:spcAft>
                <a:spcPct val="0"/>
              </a:spcAft>
              <a:buClrTx/>
              <a:buSzTx/>
              <a:buFontTx/>
              <a:buNone/>
              <a:defRPr/>
            </a:pPr>
            <a:endParaRPr kumimoji="0" lang="zh-CN" altLang="en-US" sz="1400" b="0" i="0" kern="0" spc="200" baseline="0" noProof="0" dirty="0">
              <a:ln>
                <a:noFill/>
              </a:ln>
              <a:solidFill>
                <a:prstClr val="black">
                  <a:lumMod val="50000"/>
                  <a:lumOff val="50000"/>
                </a:prstClr>
              </a:solidFill>
              <a:effectLst/>
              <a:uLnTx/>
              <a:uFillTx/>
              <a:latin typeface="Arial" panose="020B0604020202020204" pitchFamily="34" charset="0"/>
              <a:ea typeface="Microsoft YaHei" panose="020B0503020204020204" pitchFamily="34" charset="-122"/>
              <a:cs typeface="+mn-cs"/>
              <a:sym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bg>
      <p:bgPr>
        <a:solidFill>
          <a:schemeClr val="tx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j-cs"/>
                <a:sym typeface="+mn-ea"/>
              </a:defRPr>
            </a:lvl1pPr>
          </a:lstStyle>
          <a:p>
            <a:pPr lvl="0"/>
            <a:r>
              <a:rPr dirty="0">
                <a:sym typeface="+mn-ea"/>
              </a:rPr>
              <a:t>单击此处编辑母版标题样式</a:t>
            </a:r>
          </a:p>
        </p:txBody>
      </p:sp>
      <p:sp>
        <p:nvSpPr>
          <p:cNvPr id="3" name="内容占位符 2"/>
          <p:cNvSpPr>
            <a:spLocks noGrp="1"/>
          </p:cNvSpPr>
          <p:nvPr>
            <p:ph sz="half" idx="1"/>
            <p:custDataLst>
              <p:tags r:id="rId4"/>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5pPr>
          </a:lstStyle>
          <a:p>
            <a:pPr lvl="0"/>
            <a:r>
              <a:rPr>
                <a:sym typeface="+mn-ea"/>
              </a:rPr>
              <a:t>单击此处编辑母版文本样式</a:t>
            </a:r>
          </a:p>
          <a:p>
            <a:pPr lvl="1"/>
            <a:r>
              <a:rPr>
                <a:sym typeface="+mn-ea"/>
              </a:rPr>
              <a:t>第二级</a:t>
            </a:r>
          </a:p>
          <a:p>
            <a:pPr lvl="2"/>
            <a:r>
              <a:rPr>
                <a:sym typeface="+mn-ea"/>
              </a:rPr>
              <a:t>第三级</a:t>
            </a:r>
          </a:p>
          <a:p>
            <a:pPr lvl="3"/>
            <a:r>
              <a:rPr>
                <a:sym typeface="+mn-ea"/>
              </a:rPr>
              <a:t>第四级</a:t>
            </a:r>
          </a:p>
          <a:p>
            <a:pPr lvl="4"/>
            <a:r>
              <a:rPr>
                <a:sym typeface="+mn-ea"/>
              </a:rPr>
              <a:t>第五级</a:t>
            </a:r>
          </a:p>
        </p:txBody>
      </p:sp>
      <p:sp>
        <p:nvSpPr>
          <p:cNvPr id="4" name="内容占位符 3"/>
          <p:cNvSpPr>
            <a:spLocks noGrp="1"/>
          </p:cNvSpPr>
          <p:nvPr>
            <p:ph sz="half" idx="2"/>
            <p:custDataLst>
              <p:tags r:id="rId5"/>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bg1"/>
                </a:solidFill>
                <a:latin typeface="Arial" panose="020B0604020202020204" pitchFamily="34" charset="0"/>
                <a:ea typeface="Microsoft YaHei" panose="020B0503020204020204" pitchFamily="34" charset="-122"/>
              </a:defRPr>
            </a:lvl1pPr>
            <a:lvl2pPr eaLnBrk="1" fontAlgn="auto" latinLnBrk="0" hangingPunct="1">
              <a:defRPr sz="1600">
                <a:solidFill>
                  <a:schemeClr val="bg1"/>
                </a:solidFill>
                <a:latin typeface="Arial" panose="020B0604020202020204" pitchFamily="34" charset="0"/>
                <a:ea typeface="Microsoft YaHei" panose="020B0503020204020204" pitchFamily="34" charset="-122"/>
              </a:defRPr>
            </a:lvl2pPr>
            <a:lvl3pPr eaLnBrk="1" fontAlgn="auto" latinLnBrk="0" hangingPunct="1">
              <a:defRPr sz="1600">
                <a:solidFill>
                  <a:schemeClr val="bg1"/>
                </a:solidFill>
                <a:latin typeface="Arial" panose="020B0604020202020204" pitchFamily="34" charset="0"/>
                <a:ea typeface="Microsoft YaHei" panose="020B0503020204020204" pitchFamily="34" charset="-122"/>
              </a:defRPr>
            </a:lvl3pPr>
            <a:lvl4pPr eaLnBrk="1" fontAlgn="auto" latinLnBrk="0" hangingPunct="1">
              <a:defRPr sz="1600">
                <a:solidFill>
                  <a:schemeClr val="bg1"/>
                </a:solidFill>
                <a:latin typeface="Arial" panose="020B0604020202020204" pitchFamily="34" charset="0"/>
                <a:ea typeface="Microsoft YaHei" panose="020B0503020204020204" pitchFamily="34" charset="-122"/>
              </a:defRPr>
            </a:lvl4pPr>
            <a:lvl5pPr eaLnBrk="1" fontAlgn="auto" latinLnBrk="0" hangingPunct="1">
              <a:defRPr sz="1600">
                <a:solidFill>
                  <a:schemeClr val="bg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6"/>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6" name="页脚占位符 5"/>
          <p:cNvSpPr>
            <a:spLocks noGrp="1"/>
          </p:cNvSpPr>
          <p:nvPr>
            <p:ph type="ftr" sz="quarter" idx="11"/>
            <p:custDataLst>
              <p:tags r:id="rId7"/>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7" name="灯片编号占位符 6"/>
          <p:cNvSpPr>
            <a:spLocks noGrp="1"/>
          </p:cNvSpPr>
          <p:nvPr>
            <p:ph type="sldNum" sz="quarter" idx="12"/>
            <p:custDataLst>
              <p:tags r:id="rId8"/>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bg>
      <p:bgPr>
        <a:solidFill>
          <a:schemeClr val="tx2"/>
        </a:solidFill>
        <a:effectLst/>
      </p:bgPr>
    </p:bg>
    <p:spTree>
      <p:nvGrpSpPr>
        <p:cNvPr id="1" name=""/>
        <p:cNvGrpSpPr/>
        <p:nvPr/>
      </p:nvGrpSpPr>
      <p:grpSpPr>
        <a:xfrm>
          <a:off x="0" y="0"/>
          <a:ext cx="0" cy="0"/>
          <a:chOff x="0" y="0"/>
          <a:chExt cx="0" cy="0"/>
        </a:xfrm>
      </p:grpSpPr>
      <p:pic>
        <p:nvPicPr>
          <p:cNvPr id="11" name="图片 10"/>
          <p:cNvPicPr/>
          <p:nvPr userDrawn="1">
            <p:custDataLst>
              <p:tags r:id="rId1"/>
            </p:custDataLst>
          </p:nvPr>
        </p:nvPicPr>
        <p:blipFill>
          <a:blip r:embed="rId12" r:link="rId13"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10" name="图片 9"/>
          <p:cNvPicPr/>
          <p:nvPr userDrawn="1">
            <p:custDataLst>
              <p:tags r:id="rId2"/>
            </p:custDataLst>
          </p:nvPr>
        </p:nvPicPr>
        <p:blipFill>
          <a:blip r:embed="rId14" r:link="rId15"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3"/>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j-cs"/>
                <a:sym typeface="+mn-ea"/>
              </a:defRPr>
            </a:lvl1pPr>
          </a:lstStyle>
          <a:p>
            <a:pPr lvl="0"/>
            <a:r>
              <a:rPr dirty="0">
                <a:sym typeface="+mn-ea"/>
              </a:rPr>
              <a:t>单击此处编辑母版标题样式</a:t>
            </a:r>
          </a:p>
        </p:txBody>
      </p:sp>
      <p:sp>
        <p:nvSpPr>
          <p:cNvPr id="3" name="文本占位符 2"/>
          <p:cNvSpPr>
            <a:spLocks noGrp="1"/>
          </p:cNvSpPr>
          <p:nvPr>
            <p:ph type="body" idx="1" hasCustomPrompt="1"/>
            <p:custDataLst>
              <p:tags r:id="rId4"/>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bg1"/>
                </a:solidFill>
                <a:uFillTx/>
                <a:latin typeface="Arial" panose="020B0604020202020204" pitchFamily="34" charset="0"/>
                <a:ea typeface="Microsoft YaHei"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5"/>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6"/>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7"/>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5p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8"/>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8" name="页脚占位符 7"/>
          <p:cNvSpPr>
            <a:spLocks noGrp="1"/>
          </p:cNvSpPr>
          <p:nvPr>
            <p:ph type="ftr" sz="quarter" idx="11"/>
            <p:custDataLst>
              <p:tags r:id="rId9"/>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9" name="灯片编号占位符 8"/>
          <p:cNvSpPr>
            <a:spLocks noGrp="1"/>
          </p:cNvSpPr>
          <p:nvPr>
            <p:ph type="sldNum" sz="quarter" idx="12"/>
            <p:custDataLst>
              <p:tags r:id="rId10"/>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bg>
      <p:bgPr>
        <a:solidFill>
          <a:schemeClr val="tx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7498080" y="2194560"/>
            <a:ext cx="4389120" cy="2468880"/>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6208231"/>
            <a:ext cx="720090" cy="649769"/>
          </a:xfrm>
          <a:prstGeom prst="rect">
            <a:avLst/>
          </a:prstGeom>
        </p:spPr>
      </p:pic>
      <p:sp>
        <p:nvSpPr>
          <p:cNvPr id="2" name="标题 1"/>
          <p:cNvSpPr>
            <a:spLocks noGrp="1"/>
          </p:cNvSpPr>
          <p:nvPr>
            <p:ph type="title"/>
            <p:custDataLst>
              <p:tags r:id="rId3"/>
            </p:custDataLst>
          </p:nvPr>
        </p:nvSpPr>
        <p:spPr>
          <a:xfrm>
            <a:off x="669882" y="443230"/>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j-cs"/>
                <a:sym typeface="+mn-ea"/>
              </a:defRPr>
            </a:lvl1pPr>
          </a:lstStyle>
          <a:p>
            <a:pPr lvl="0"/>
            <a:r>
              <a:rPr>
                <a:sym typeface="+mn-ea"/>
              </a:rPr>
              <a:t>单击此处编辑母版标题样式</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Pr>
        <a:solidFill>
          <a:schemeClr val="tx2"/>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3" name="页脚占位符 2"/>
          <p:cNvSpPr>
            <a:spLocks noGrp="1"/>
          </p:cNvSpPr>
          <p:nvPr>
            <p:ph type="ftr" sz="quarter" idx="11"/>
            <p:custDataLst>
              <p:tags r:id="rId2"/>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4" name="灯片编号占位符 3"/>
          <p:cNvSpPr>
            <a:spLocks noGrp="1"/>
          </p:cNvSpPr>
          <p:nvPr>
            <p:ph type="sldNum" sz="quarter" idx="12"/>
            <p:custDataLst>
              <p:tags r:id="rId3"/>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bg>
      <p:bgPr>
        <a:solidFill>
          <a:schemeClr val="tx2"/>
        </a:solidFill>
        <a:effectLst/>
      </p:bgPr>
    </p:bg>
    <p:spTree>
      <p:nvGrpSpPr>
        <p:cNvPr id="1" name=""/>
        <p:cNvGrpSpPr/>
        <p:nvPr/>
      </p:nvGrpSpPr>
      <p:grpSpPr>
        <a:xfrm>
          <a:off x="0" y="0"/>
          <a:ext cx="0" cy="0"/>
          <a:chOff x="0" y="0"/>
          <a:chExt cx="0" cy="0"/>
        </a:xfrm>
      </p:grpSpPr>
      <p:pic>
        <p:nvPicPr>
          <p:cNvPr id="9" name="图片 8"/>
          <p:cNvPicPr/>
          <p:nvPr userDrawn="1">
            <p:custDataLst>
              <p:tags r:id="rId1"/>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8" name="图片 7"/>
          <p:cNvPicPr/>
          <p:nvPr userDrawn="1">
            <p:custDataLst>
              <p:tags r:id="rId2"/>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3"/>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j-cs"/>
                <a:sym typeface="+mn-ea"/>
              </a:defRPr>
            </a:lvl1pPr>
          </a:lstStyle>
          <a:p>
            <a:pPr lvl="0"/>
            <a:r>
              <a:rPr dirty="0">
                <a:sym typeface="+mn-ea"/>
              </a:rPr>
              <a:t>单击此处编辑母版标题样式</a:t>
            </a:r>
          </a:p>
        </p:txBody>
      </p:sp>
      <p:sp>
        <p:nvSpPr>
          <p:cNvPr id="3" name="图片占位符 2"/>
          <p:cNvSpPr>
            <a:spLocks noGrp="1"/>
          </p:cNvSpPr>
          <p:nvPr>
            <p:ph type="pic" idx="1"/>
            <p:custDataLst>
              <p:tags r:id="rId4"/>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5"/>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bg1"/>
                </a:solidFill>
                <a:uFillTx/>
                <a:latin typeface="Arial" panose="020B0604020202020204" pitchFamily="34" charset="0"/>
                <a:ea typeface="Microsoft YaHei" panose="020B0503020204020204" pitchFamily="34" charset="-122"/>
                <a:cs typeface="+mn-cs"/>
                <a:sym typeface="+mn-ea"/>
              </a:defRPr>
            </a:lvl1pPr>
          </a:lstStyle>
          <a:p>
            <a:pPr lvl="0"/>
            <a:r>
              <a:rPr>
                <a:sym typeface="+mn-ea"/>
              </a:rPr>
              <a:t>单击此处编辑母版文本样式</a:t>
            </a:r>
          </a:p>
        </p:txBody>
      </p:sp>
      <p:sp>
        <p:nvSpPr>
          <p:cNvPr id="5" name="日期占位符 4"/>
          <p:cNvSpPr>
            <a:spLocks noGrp="1"/>
          </p:cNvSpPr>
          <p:nvPr>
            <p:ph type="dt" sz="half" idx="10"/>
            <p:custDataLst>
              <p:tags r:id="rId6"/>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9EFD9D74-47D9-4702-A33C-335B63B48DBF}" type="datetimeFigureOut">
              <a:rPr lang="zh-CN" altLang="en-US" smtClean="0"/>
              <a:t>2026/1/17</a:t>
            </a:fld>
            <a:endParaRPr lang="zh-CN" altLang="en-US" dirty="0"/>
          </a:p>
        </p:txBody>
      </p:sp>
      <p:sp>
        <p:nvSpPr>
          <p:cNvPr id="6" name="页脚占位符 5"/>
          <p:cNvSpPr>
            <a:spLocks noGrp="1"/>
          </p:cNvSpPr>
          <p:nvPr>
            <p:ph type="ftr" sz="quarter" idx="11"/>
            <p:custDataLst>
              <p:tags r:id="rId7"/>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7" name="灯片编号占位符 6"/>
          <p:cNvSpPr>
            <a:spLocks noGrp="1"/>
          </p:cNvSpPr>
          <p:nvPr>
            <p:ph type="sldNum" sz="quarter" idx="12"/>
            <p:custDataLst>
              <p:tags r:id="rId8"/>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FABC47A4-756D-490B-A52F-7D9E2C9FC05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bg>
      <p:bgPr>
        <a:solidFill>
          <a:schemeClr val="tx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7" name="图片 6"/>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竖排标题 1"/>
          <p:cNvSpPr>
            <a:spLocks noGrp="1"/>
          </p:cNvSpPr>
          <p:nvPr>
            <p:ph type="title" orient="vert"/>
            <p:custDataLst>
              <p:tags r:id="rId3"/>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bg1"/>
                </a:solidFill>
                <a:uFillTx/>
                <a:latin typeface="Arial" panose="020B0604020202020204" pitchFamily="34" charset="0"/>
                <a:ea typeface="Microsoft YaHei" panose="020B0503020204020204" pitchFamily="34" charset="-122"/>
                <a:cs typeface="+mj-cs"/>
                <a:sym typeface="+mn-ea"/>
              </a:defRPr>
            </a:lvl1pPr>
          </a:lstStyle>
          <a:p>
            <a:pPr lvl="0"/>
            <a:r>
              <a:rPr>
                <a:sym typeface="+mn-ea"/>
              </a:rPr>
              <a:t>单击此处编辑母版标题样式</a:t>
            </a:r>
          </a:p>
        </p:txBody>
      </p:sp>
      <p:sp>
        <p:nvSpPr>
          <p:cNvPr id="3" name="竖排文字占位符 2"/>
          <p:cNvSpPr>
            <a:spLocks noGrp="1"/>
          </p:cNvSpPr>
          <p:nvPr>
            <p:ph type="body" orient="vert" idx="1"/>
            <p:custDataLst>
              <p:tags r:id="rId4"/>
            </p:custDataLst>
          </p:nvPr>
        </p:nvSpPr>
        <p:spPr>
          <a:xfrm>
            <a:off x="669925" y="952500"/>
            <a:ext cx="9828101" cy="5388907"/>
          </a:xfrm>
        </p:spPr>
        <p:txBody>
          <a:bodyPr vert="eaVert" wrap="square">
            <a:normAutofit/>
          </a:bodyPr>
          <a:lstStyle>
            <a:lvl1pPr indent="0" eaLnBrk="1" fontAlgn="auto" latinLnBrk="0" hangingPunct="1">
              <a:defRPr>
                <a:solidFill>
                  <a:schemeClr val="bg1"/>
                </a:solidFill>
                <a:latin typeface="Arial" panose="020B0604020202020204" pitchFamily="34" charset="0"/>
                <a:ea typeface="Microsoft YaHei" panose="020B0503020204020204" pitchFamily="34" charset="-122"/>
              </a:defRPr>
            </a:lvl1pPr>
            <a:lvl2pPr indent="0" eaLnBrk="1" fontAlgn="auto" latinLnBrk="0" hangingPunct="1">
              <a:defRPr>
                <a:solidFill>
                  <a:schemeClr val="bg1"/>
                </a:solidFill>
                <a:latin typeface="Arial" panose="020B0604020202020204" pitchFamily="34" charset="0"/>
                <a:ea typeface="Microsoft YaHei" panose="020B0503020204020204" pitchFamily="34" charset="-122"/>
              </a:defRPr>
            </a:lvl2pPr>
            <a:lvl3pPr indent="0" eaLnBrk="1" fontAlgn="auto" latinLnBrk="0" hangingPunct="1">
              <a:defRPr>
                <a:solidFill>
                  <a:schemeClr val="bg1"/>
                </a:solidFill>
                <a:latin typeface="Arial" panose="020B0604020202020204" pitchFamily="34" charset="0"/>
                <a:ea typeface="Microsoft YaHei" panose="020B0503020204020204" pitchFamily="34" charset="-122"/>
              </a:defRPr>
            </a:lvl3pPr>
            <a:lvl4pPr indent="0" eaLnBrk="1" fontAlgn="auto" latinLnBrk="0" hangingPunct="1">
              <a:defRPr>
                <a:solidFill>
                  <a:schemeClr val="bg1"/>
                </a:solidFill>
                <a:latin typeface="Arial" panose="020B0604020202020204" pitchFamily="34" charset="0"/>
                <a:ea typeface="Microsoft YaHei" panose="020B0503020204020204" pitchFamily="34" charset="-122"/>
              </a:defRPr>
            </a:lvl4pPr>
            <a:lvl5pPr indent="0" eaLnBrk="1" fontAlgn="auto" latinLnBrk="0" hangingPunct="1">
              <a:defRPr>
                <a:solidFill>
                  <a:schemeClr val="bg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5"/>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5" name="页脚占位符 4"/>
          <p:cNvSpPr>
            <a:spLocks noGrp="1"/>
          </p:cNvSpPr>
          <p:nvPr>
            <p:ph type="ftr" sz="quarter" idx="11"/>
            <p:custDataLst>
              <p:tags r:id="rId6"/>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6" name="灯片编号占位符 5"/>
          <p:cNvSpPr>
            <a:spLocks noGrp="1"/>
          </p:cNvSpPr>
          <p:nvPr>
            <p:ph type="sldNum" sz="quarter" idx="12"/>
            <p:custDataLst>
              <p:tags r:id="rId7"/>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bg>
      <p:bgPr>
        <a:solidFill>
          <a:schemeClr val="tx2"/>
        </a:solidFill>
        <a:effectLst/>
      </p:bgPr>
    </p:bg>
    <p:spTree>
      <p:nvGrpSpPr>
        <p:cNvPr id="1" name=""/>
        <p:cNvGrpSpPr/>
        <p:nvPr/>
      </p:nvGrpSpPr>
      <p:grpSpPr>
        <a:xfrm>
          <a:off x="0" y="0"/>
          <a:ext cx="0" cy="0"/>
          <a:chOff x="0" y="0"/>
          <a:chExt cx="0" cy="0"/>
        </a:xfrm>
      </p:grpSpPr>
      <p:pic>
        <p:nvPicPr>
          <p:cNvPr id="8" name="图片 7"/>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3" name="日期占位符 2"/>
          <p:cNvSpPr>
            <a:spLocks noGrp="1"/>
          </p:cNvSpPr>
          <p:nvPr>
            <p:ph type="dt" sz="half" idx="10"/>
            <p:custDataLst>
              <p:tags r:id="rId3"/>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4"/>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5" name="灯片编号占位符 4"/>
          <p:cNvSpPr>
            <a:spLocks noGrp="1"/>
          </p:cNvSpPr>
          <p:nvPr>
            <p:ph type="sldNum" sz="quarter" idx="12"/>
            <p:custDataLst>
              <p:tags r:id="rId5"/>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6"/>
            </p:custDataLst>
          </p:nvPr>
        </p:nvSpPr>
        <p:spPr>
          <a:xfrm>
            <a:off x="669930" y="952508"/>
            <a:ext cx="10852237" cy="5388907"/>
          </a:xfrm>
        </p:spPr>
        <p:txBody>
          <a:bodyPr wrap="square">
            <a:normAutofit/>
          </a:bodyPr>
          <a:lstStyle>
            <a:lvl1pPr>
              <a:defRPr>
                <a:solidFill>
                  <a:schemeClr val="bg1"/>
                </a:solidFill>
                <a:latin typeface="Arial" panose="020B0604020202020204" pitchFamily="34" charset="0"/>
                <a:ea typeface="Microsoft YaHei" panose="020B0503020204020204" pitchFamily="34" charset="-122"/>
              </a:defRPr>
            </a:lvl1pPr>
            <a:lvl2pPr>
              <a:defRPr>
                <a:solidFill>
                  <a:schemeClr val="bg1"/>
                </a:solidFill>
                <a:latin typeface="Arial" panose="020B0604020202020204" pitchFamily="34" charset="0"/>
                <a:ea typeface="Microsoft YaHei" panose="020B0503020204020204" pitchFamily="34" charset="-122"/>
              </a:defRPr>
            </a:lvl2pPr>
            <a:lvl3pPr>
              <a:defRPr>
                <a:solidFill>
                  <a:schemeClr val="bg1"/>
                </a:solidFill>
                <a:latin typeface="Arial" panose="020B0604020202020204" pitchFamily="34" charset="0"/>
                <a:ea typeface="Microsoft YaHei" panose="020B0503020204020204" pitchFamily="34" charset="-122"/>
              </a:defRPr>
            </a:lvl3pPr>
            <a:lvl4pPr>
              <a:defRPr>
                <a:solidFill>
                  <a:schemeClr val="bg1"/>
                </a:solidFill>
                <a:latin typeface="Arial" panose="020B0604020202020204" pitchFamily="34" charset="0"/>
                <a:ea typeface="Microsoft YaHei" panose="020B0503020204020204" pitchFamily="34" charset="-122"/>
              </a:defRPr>
            </a:lvl4pPr>
            <a:lvl5pPr>
              <a:defRPr>
                <a:solidFill>
                  <a:schemeClr val="bg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bg>
      <p:bgPr>
        <a:solidFill>
          <a:schemeClr val="tx2"/>
        </a:solidFill>
        <a:effectLst/>
      </p:bgPr>
    </p:bg>
    <p:spTree>
      <p:nvGrpSpPr>
        <p:cNvPr id="1" name=""/>
        <p:cNvGrpSpPr/>
        <p:nvPr/>
      </p:nvGrpSpPr>
      <p:grpSpPr>
        <a:xfrm>
          <a:off x="0" y="0"/>
          <a:ext cx="0" cy="0"/>
          <a:chOff x="0" y="0"/>
          <a:chExt cx="0" cy="0"/>
        </a:xfrm>
      </p:grpSpPr>
      <p:pic>
        <p:nvPicPr>
          <p:cNvPr id="6" name="图片 5"/>
          <p:cNvPicPr/>
          <p:nvPr userDrawn="1">
            <p:custDataLst>
              <p:tags r:id="rId1"/>
            </p:custDataLst>
          </p:nvPr>
        </p:nvPicPr>
        <p:blipFill>
          <a:blip r:embed="rId11" r:link="rId1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日期占位符 2"/>
          <p:cNvSpPr>
            <a:spLocks noGrp="1"/>
          </p:cNvSpPr>
          <p:nvPr>
            <p:ph type="dt" sz="half" idx="10"/>
            <p:custDataLst>
              <p:tags r:id="rId2"/>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3"/>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a:p>
        </p:txBody>
      </p:sp>
      <p:sp>
        <p:nvSpPr>
          <p:cNvPr id="5" name="灯片编号占位符 4"/>
          <p:cNvSpPr>
            <a:spLocks noGrp="1"/>
          </p:cNvSpPr>
          <p:nvPr>
            <p:ph type="sldNum" sz="quarter" idx="12"/>
            <p:custDataLst>
              <p:tags r:id="rId4"/>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a:p>
        </p:txBody>
      </p:sp>
      <p:sp>
        <p:nvSpPr>
          <p:cNvPr id="9" name="文本占位符 8"/>
          <p:cNvSpPr>
            <a:spLocks noGrp="1"/>
          </p:cNvSpPr>
          <p:nvPr>
            <p:ph type="body" sz="quarter" idx="16" hasCustomPrompt="1"/>
            <p:custDataLst>
              <p:tags r:id="rId5"/>
            </p:custDataLst>
          </p:nvPr>
        </p:nvSpPr>
        <p:spPr>
          <a:xfrm>
            <a:off x="1014412" y="4050665"/>
            <a:ext cx="2011680"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Arial" panose="020B0604020202020204" pitchFamily="34" charset="0"/>
                <a:ea typeface="Microsoft YaHei" panose="020B0503020204020204" pitchFamily="3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单击此处编辑副标题</a:t>
            </a:r>
          </a:p>
        </p:txBody>
      </p:sp>
      <p:sp>
        <p:nvSpPr>
          <p:cNvPr id="8" name="文本占位符 7"/>
          <p:cNvSpPr>
            <a:spLocks noGrp="1"/>
          </p:cNvSpPr>
          <p:nvPr>
            <p:ph type="body" sz="quarter" idx="15" hasCustomPrompt="1"/>
            <p:custDataLst>
              <p:tags r:id="rId6"/>
            </p:custDataLst>
          </p:nvPr>
        </p:nvSpPr>
        <p:spPr>
          <a:xfrm>
            <a:off x="1014412" y="4525645"/>
            <a:ext cx="2011680" cy="408940"/>
          </a:xfrm>
          <a:prstGeom prst="rect">
            <a:avLst/>
          </a:prstGeom>
        </p:spPr>
        <p:txBody>
          <a:bodyPr vert="horz" wrap="square" lIns="0" tIns="0" rIns="0" bIns="0" anchor="t" anchorCtr="0">
            <a:normAutofit/>
          </a:bodyPr>
          <a:lstStyle>
            <a:lvl1pPr marL="342900" marR="0" indent="-342900" algn="l" rtl="0" eaLnBrk="1" fontAlgn="auto">
              <a:lnSpc>
                <a:spcPct val="130000"/>
              </a:lnSpc>
              <a:spcBef>
                <a:spcPts val="0"/>
              </a:spcBef>
              <a:spcAft>
                <a:spcPts val="1000"/>
              </a:spcAft>
              <a:buClrTx/>
              <a:buSzPts val="1600"/>
              <a:buFont typeface="Arial" panose="020B0604020202020204" pitchFamily="34" charset="0"/>
              <a:buNone/>
              <a:defRPr sz="1600" b="0" spc="150">
                <a:solidFill>
                  <a:schemeClr val="bg1"/>
                </a:solidFill>
                <a:latin typeface="Arial" panose="020B0604020202020204" pitchFamily="34" charset="0"/>
                <a:ea typeface="Microsoft YaHei" panose="020B0503020204020204" pitchFamily="34" charset="-122"/>
              </a:defRPr>
            </a:lvl1pPr>
          </a:lstStyle>
          <a:p>
            <a:pPr marL="0" marR="0" lvl="0" indent="0" algn="l" defTabSz="914400" rtl="0" eaLnBrk="1" fontAlgn="auto" latinLnBrk="0" hangingPunct="1">
              <a:lnSpc>
                <a:spcPct val="130000"/>
              </a:lnSpc>
              <a:spcBef>
                <a:spcPts val="0"/>
              </a:spcBef>
              <a:spcAft>
                <a:spcPts val="1000"/>
              </a:spcAft>
              <a:buClr>
                <a:schemeClr val="tx1">
                  <a:lumMod val="100000"/>
                </a:schemeClr>
              </a:buClr>
              <a:buSzPts val="1600"/>
              <a:buFont typeface="Arial" panose="020B0604020202020204" pitchFamily="34" charset="0"/>
              <a:buNone/>
            </a:pPr>
            <a:r>
              <a:rPr lang="zh-CN" altLang="en-US"/>
              <a:t>单击此处编辑副标题</a:t>
            </a:r>
          </a:p>
        </p:txBody>
      </p:sp>
      <p:sp>
        <p:nvSpPr>
          <p:cNvPr id="7" name="文本占位符 6"/>
          <p:cNvSpPr>
            <a:spLocks noGrp="1"/>
          </p:cNvSpPr>
          <p:nvPr>
            <p:ph type="body" idx="14" hasCustomPrompt="1"/>
            <p:custDataLst>
              <p:tags r:id="rId7"/>
            </p:custDataLst>
          </p:nvPr>
        </p:nvSpPr>
        <p:spPr>
          <a:xfrm>
            <a:off x="1014412" y="3300095"/>
            <a:ext cx="4352290" cy="370205"/>
          </a:xfrm>
        </p:spPr>
        <p:txBody>
          <a:bodyPr vert="horz" wrap="square" lIns="0" tIns="0" rIns="0" bIns="0" anchor="t" anchorCtr="0">
            <a:normAutofit/>
          </a:bodyPr>
          <a:lstStyle>
            <a:lvl1pPr marL="457200" marR="0" indent="-457200" algn="l" rtl="0" eaLnBrk="1" fontAlgn="auto">
              <a:lnSpc>
                <a:spcPct val="100000"/>
              </a:lnSpc>
              <a:spcBef>
                <a:spcPts val="0"/>
              </a:spcBef>
              <a:spcAft>
                <a:spcPts val="0"/>
              </a:spcAft>
              <a:buClrTx/>
              <a:buSzPts val="2000"/>
              <a:buFont typeface="Arial" panose="020B0604020202020204" pitchFamily="34" charset="0"/>
              <a:buNone/>
              <a:defRPr sz="2000" b="0" spc="200">
                <a:solidFill>
                  <a:schemeClr val="bg1"/>
                </a:solidFill>
                <a:latin typeface="Arial" panose="020B0604020202020204" pitchFamily="34" charset="0"/>
                <a:ea typeface="Microsoft YaHei" panose="020B0503020204020204" pitchFamily="34" charset="-122"/>
              </a:defRPr>
            </a:lvl1pPr>
          </a:lstStyle>
          <a:p>
            <a:pPr marL="0" marR="0" lvl="0" indent="0" algn="l" defTabSz="914400" rtl="0" eaLnBrk="1" fontAlgn="auto" latinLnBrk="0" hangingPunct="1">
              <a:lnSpc>
                <a:spcPct val="100000"/>
              </a:lnSpc>
              <a:spcBef>
                <a:spcPts val="0"/>
              </a:spcBef>
              <a:spcAft>
                <a:spcPts val="0"/>
              </a:spcAft>
              <a:buClr>
                <a:schemeClr val="tx1">
                  <a:lumMod val="65000"/>
                  <a:lumOff val="35000"/>
                </a:schemeClr>
              </a:buClr>
              <a:buSzPts val="2000"/>
              <a:buFont typeface="Arial" panose="020B0604020202020204" pitchFamily="34" charset="0"/>
              <a:buNone/>
            </a:pPr>
            <a:r>
              <a:rPr lang="zh-CN" altLang="en-US"/>
              <a:t>单击此处编辑副标题</a:t>
            </a:r>
          </a:p>
        </p:txBody>
      </p:sp>
      <p:sp>
        <p:nvSpPr>
          <p:cNvPr id="2" name="标题 1"/>
          <p:cNvSpPr>
            <a:spLocks noGrp="1"/>
          </p:cNvSpPr>
          <p:nvPr>
            <p:ph type="title" idx="13" hasCustomPrompt="1"/>
            <p:custDataLst>
              <p:tags r:id="rId8"/>
            </p:custDataLst>
          </p:nvPr>
        </p:nvSpPr>
        <p:spPr>
          <a:xfrm>
            <a:off x="1006792" y="1923415"/>
            <a:ext cx="4359910" cy="1172210"/>
          </a:xfrm>
        </p:spPr>
        <p:txBody>
          <a:bodyPr vert="horz" wrap="square" lIns="0" tIns="0" rIns="0" bIns="0" anchor="ctr" anchorCtr="0">
            <a:normAutofit/>
          </a:bodyPr>
          <a:lstStyle>
            <a:lvl1pPr marL="0" marR="0" indent="0" algn="l" defTabSz="914400" rtl="0" eaLnBrk="1" fontAlgn="auto" latinLnBrk="0" hangingPunct="1">
              <a:lnSpc>
                <a:spcPct val="100000"/>
              </a:lnSpc>
              <a:spcBef>
                <a:spcPct val="0"/>
              </a:spcBef>
              <a:spcAft>
                <a:spcPts val="0"/>
              </a:spcAft>
              <a:buClrTx/>
              <a:buSzPts val="6600"/>
              <a:buFont typeface="Arial" panose="020B0604020202020204" pitchFamily="34" charset="0"/>
              <a:buNone/>
              <a:defRPr sz="6600" b="0" spc="700">
                <a:solidFill>
                  <a:schemeClr val="bg1"/>
                </a:solidFill>
                <a:latin typeface="Arial" panose="020B0604020202020204" pitchFamily="34" charset="0"/>
                <a:ea typeface="汉仪旗黑-85S" panose="00020600040101010101" pitchFamily="18" charset="-122"/>
              </a:defRPr>
            </a:lvl1pPr>
          </a:lstStyle>
          <a:p>
            <a:r>
              <a:rPr lang="zh-CN" altLang="en-US" dirty="0"/>
              <a:t>编辑标题</a:t>
            </a:r>
          </a:p>
        </p:txBody>
      </p:sp>
      <p:cxnSp>
        <p:nvCxnSpPr>
          <p:cNvPr id="10" name="直接连接符 9"/>
          <p:cNvCxnSpPr/>
          <p:nvPr userDrawn="1">
            <p:custDataLst>
              <p:tags r:id="rId9"/>
            </p:custDataLst>
          </p:nvPr>
        </p:nvCxnSpPr>
        <p:spPr>
          <a:xfrm>
            <a:off x="983297" y="3855085"/>
            <a:ext cx="4382770" cy="0"/>
          </a:xfrm>
          <a:prstGeom prst="line">
            <a:avLst/>
          </a:prstGeom>
          <a:ln w="12700"/>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通用">
    <p:bg>
      <p:bgPr>
        <a:solidFill>
          <a:schemeClr val="tx2"/>
        </a:solidFill>
        <a:effectLst/>
      </p:bgPr>
    </p:bg>
    <p:spTree>
      <p:nvGrpSpPr>
        <p:cNvPr id="1" name=""/>
        <p:cNvGrpSpPr/>
        <p:nvPr/>
      </p:nvGrpSpPr>
      <p:grpSpPr>
        <a:xfrm>
          <a:off x="0" y="0"/>
          <a:ext cx="0" cy="0"/>
          <a:chOff x="0" y="0"/>
          <a:chExt cx="0" cy="0"/>
        </a:xfrm>
      </p:grpSpPr>
      <p:pic>
        <p:nvPicPr>
          <p:cNvPr id="7" name="图片 6"/>
          <p:cNvPicPr/>
          <p:nvPr userDrawn="1">
            <p:custDataLst>
              <p:tags r:id="rId1"/>
            </p:custDataLst>
          </p:nvPr>
        </p:nvPicPr>
        <p:blipFill>
          <a:blip r:embed="rId8" r:link="rId9"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6" name="图片 5"/>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3"/>
            </p:custDataLst>
          </p:nvPr>
        </p:nvSpPr>
        <p:spPr>
          <a:xfrm>
            <a:off x="669882" y="443230"/>
            <a:ext cx="10852237" cy="441964"/>
          </a:xfrm>
        </p:spPr>
        <p:txBody>
          <a:bodyPr wrap="square">
            <a:normAutofit/>
          </a:bodyPr>
          <a:lstStyle>
            <a:lvl1pPr>
              <a:defRPr baseline="0">
                <a:solidFill>
                  <a:schemeClr val="bg1"/>
                </a:solidFill>
                <a:latin typeface="Arial" panose="020B0604020202020204" pitchFamily="34" charset="0"/>
                <a:ea typeface="Microsoft YaHei"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相框">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9" name="图片 8"/>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8" name="图片 7"/>
          <p:cNvPicPr/>
          <p:nvPr userDrawn="1">
            <p:custDataLst>
              <p:tags r:id="rId3"/>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hasCustomPrompt="1"/>
            <p:custDataLst>
              <p:tags r:id="rId4"/>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Microsoft YaHei" panose="020B0503020204020204" pitchFamily="34" charset="-122"/>
              </a:defRPr>
            </a:lvl1pPr>
          </a:lstStyle>
          <a:p>
            <a:r>
              <a:rPr lang="zh-CN" altLang="en-US" dirty="0"/>
              <a:t>单击此处编辑标题</a:t>
            </a:r>
          </a:p>
        </p:txBody>
      </p:sp>
      <p:sp>
        <p:nvSpPr>
          <p:cNvPr id="7" name="内容占位符 6"/>
          <p:cNvSpPr>
            <a:spLocks noGrp="1"/>
          </p:cNvSpPr>
          <p:nvPr>
            <p:ph sz="quarter" idx="13"/>
            <p:custDataLst>
              <p:tags r:id="rId5"/>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Microsoft YaHei" panose="020B0503020204020204" pitchFamily="34" charset="-122"/>
              </a:defRPr>
            </a:lvl1pPr>
            <a:lvl2pPr>
              <a:defRPr baseline="0">
                <a:solidFill>
                  <a:schemeClr val="tx1"/>
                </a:solidFill>
                <a:latin typeface="Arial" panose="020B0604020202020204" pitchFamily="34" charset="0"/>
                <a:ea typeface="Microsoft YaHei" panose="020B0503020204020204" pitchFamily="34" charset="-122"/>
              </a:defRPr>
            </a:lvl2pPr>
            <a:lvl3pPr>
              <a:defRPr baseline="0">
                <a:solidFill>
                  <a:schemeClr val="tx1"/>
                </a:solidFill>
                <a:latin typeface="Arial" panose="020B0604020202020204" pitchFamily="34" charset="0"/>
                <a:ea typeface="Microsoft YaHei" panose="020B0503020204020204" pitchFamily="34" charset="-122"/>
              </a:defRPr>
            </a:lvl3pPr>
            <a:lvl4pPr>
              <a:defRPr baseline="0">
                <a:solidFill>
                  <a:schemeClr val="tx1"/>
                </a:solidFill>
                <a:latin typeface="Arial" panose="020B0604020202020204" pitchFamily="34" charset="0"/>
                <a:ea typeface="Microsoft YaHei" panose="020B0503020204020204" pitchFamily="34" charset="-122"/>
              </a:defRPr>
            </a:lvl4pPr>
            <a:lvl5pPr>
              <a:defRPr baseline="0">
                <a:solidFill>
                  <a:schemeClr val="tx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3" name="日期占位符 2"/>
          <p:cNvSpPr>
            <a:spLocks noGrp="1"/>
          </p:cNvSpPr>
          <p:nvPr>
            <p:ph type="dt" sz="half" idx="10"/>
            <p:custDataLst>
              <p:tags r:id="rId6"/>
            </p:custDataLst>
          </p:nvPr>
        </p:nvSpPr>
        <p:spPr>
          <a:xfrm>
            <a:off x="879742" y="6349833"/>
            <a:ext cx="2700000" cy="316800"/>
          </a:xfrm>
        </p:spPr>
        <p:txBody>
          <a:bodyPr wrap="square">
            <a:normAutofit/>
          </a:bodyPr>
          <a:lstStyle>
            <a:lvl1pPr>
              <a:defRPr>
                <a:solidFill>
                  <a:schemeClr val="dk1">
                    <a:tint val="75000"/>
                    <a:lumMod val="85000"/>
                    <a:lumOff val="1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7"/>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8"/>
            </p:custDataLst>
          </p:nvPr>
        </p:nvSpPr>
        <p:spPr>
          <a:xfrm>
            <a:off x="8610600" y="6349833"/>
            <a:ext cx="2700000" cy="316800"/>
          </a:xfrm>
        </p:spPr>
        <p:txBody>
          <a:bodyPr wrap="square">
            <a:normAutofit/>
          </a:bodyPr>
          <a:lstStyle>
            <a:lvl1pPr>
              <a:defRPr>
                <a:solidFill>
                  <a:schemeClr val="dk1">
                    <a:tint val="75000"/>
                    <a:lumMod val="85000"/>
                    <a:lumOff val="1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左右">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0"/>
            <a:ext cx="4824603" cy="68580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8" name="图片 7"/>
          <p:cNvPicPr/>
          <p:nvPr userDrawn="1">
            <p:custDataLst>
              <p:tags r:id="rId2"/>
            </p:custDataLst>
          </p:nvPr>
        </p:nvPicPr>
        <p:blipFill>
          <a:blip r:embed="rId10" r:link="rId11" cstate="print">
            <a:extLst>
              <a:ext uri="{28A0092B-C50C-407E-A947-70E740481C1C}">
                <a14:useLocalDpi xmlns:a14="http://schemas.microsoft.com/office/drawing/2010/main" val="0"/>
              </a:ext>
            </a:extLst>
          </a:blip>
          <a:stretch>
            <a:fillRect/>
          </a:stretch>
        </p:blipFill>
        <p:spPr>
          <a:xfrm>
            <a:off x="11471910" y="0"/>
            <a:ext cx="720090" cy="649769"/>
          </a:xfrm>
          <a:prstGeom prst="rect">
            <a:avLst/>
          </a:prstGeom>
        </p:spPr>
      </p:pic>
      <p:sp>
        <p:nvSpPr>
          <p:cNvPr id="2" name="标题 1"/>
          <p:cNvSpPr>
            <a:spLocks noGrp="1"/>
          </p:cNvSpPr>
          <p:nvPr>
            <p:ph type="title" hasCustomPrompt="1"/>
            <p:custDataLst>
              <p:tags r:id="rId3"/>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Microsoft YaHei" panose="020B0503020204020204" pitchFamily="34" charset="-122"/>
              </a:defRPr>
            </a:lvl1pPr>
          </a:lstStyle>
          <a:p>
            <a:r>
              <a:rPr lang="zh-CN" altLang="en-US" dirty="0"/>
              <a:t>单击编辑标题</a:t>
            </a:r>
          </a:p>
        </p:txBody>
      </p:sp>
      <p:sp>
        <p:nvSpPr>
          <p:cNvPr id="3" name="日期占位符 2"/>
          <p:cNvSpPr>
            <a:spLocks noGrp="1"/>
          </p:cNvSpPr>
          <p:nvPr>
            <p:ph type="dt" sz="half" idx="10"/>
            <p:custDataLst>
              <p:tags r:id="rId4"/>
            </p:custDataLst>
          </p:nvPr>
        </p:nvSpPr>
        <p:spPr>
          <a:xfrm>
            <a:off x="879742" y="6349833"/>
            <a:ext cx="2700000" cy="316800"/>
          </a:xfrm>
        </p:spPr>
        <p:txBody>
          <a:bodyPr wrap="square">
            <a:normAutofit/>
          </a:bodyPr>
          <a:lstStyle>
            <a:lvl1pPr>
              <a:defRPr>
                <a:solidFill>
                  <a:schemeClr val="dk1">
                    <a:tint val="75000"/>
                    <a:lumMod val="85000"/>
                    <a:lumOff val="1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5"/>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6"/>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7"/>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Microsoft YaHei" panose="020B0503020204020204" pitchFamily="34" charset="-122"/>
              </a:defRPr>
            </a:lvl1pPr>
            <a:lvl2pPr>
              <a:defRPr baseline="0">
                <a:solidFill>
                  <a:schemeClr val="tx1"/>
                </a:solidFill>
                <a:latin typeface="Arial" panose="020B0604020202020204" pitchFamily="34" charset="0"/>
                <a:ea typeface="Microsoft YaHei" panose="020B0503020204020204" pitchFamily="34" charset="-122"/>
              </a:defRPr>
            </a:lvl2pPr>
            <a:lvl3pPr>
              <a:defRPr baseline="0">
                <a:solidFill>
                  <a:schemeClr val="tx1"/>
                </a:solidFill>
                <a:latin typeface="Arial" panose="020B0604020202020204" pitchFamily="34" charset="0"/>
                <a:ea typeface="Microsoft YaHei" panose="020B0503020204020204" pitchFamily="34" charset="-122"/>
              </a:defRPr>
            </a:lvl3pPr>
            <a:lvl4pPr>
              <a:defRPr baseline="0">
                <a:solidFill>
                  <a:schemeClr val="tx1"/>
                </a:solidFill>
                <a:latin typeface="Arial" panose="020B0604020202020204" pitchFamily="34" charset="0"/>
                <a:ea typeface="Microsoft YaHei" panose="020B0503020204020204" pitchFamily="34" charset="-122"/>
              </a:defRPr>
            </a:lvl4pPr>
            <a:lvl5pPr>
              <a:defRPr baseline="0">
                <a:solidFill>
                  <a:schemeClr val="tx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8"/>
            </p:custDataLst>
          </p:nvPr>
        </p:nvSpPr>
        <p:spPr>
          <a:xfrm>
            <a:off x="5101200" y="769938"/>
            <a:ext cx="6480000" cy="5087937"/>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vl2pPr>
              <a:defRPr baseline="0">
                <a:solidFill>
                  <a:schemeClr val="lt1"/>
                </a:solidFill>
                <a:latin typeface="Arial" panose="020B0604020202020204" pitchFamily="34" charset="0"/>
                <a:ea typeface="Microsoft YaHei" panose="020B0503020204020204" pitchFamily="34" charset="-122"/>
              </a:defRPr>
            </a:lvl2pPr>
            <a:lvl3pPr>
              <a:defRPr baseline="0">
                <a:solidFill>
                  <a:schemeClr val="lt1"/>
                </a:solidFill>
                <a:latin typeface="Arial" panose="020B0604020202020204" pitchFamily="34" charset="0"/>
                <a:ea typeface="Microsoft YaHei" panose="020B0503020204020204" pitchFamily="34" charset="-122"/>
              </a:defRPr>
            </a:lvl3pPr>
            <a:lvl4pPr>
              <a:defRPr baseline="0">
                <a:solidFill>
                  <a:schemeClr val="lt1"/>
                </a:solidFill>
                <a:latin typeface="Arial" panose="020B0604020202020204" pitchFamily="34" charset="0"/>
                <a:ea typeface="Microsoft YaHei" panose="020B0503020204020204" pitchFamily="34" charset="-122"/>
              </a:defRPr>
            </a:lvl4pPr>
            <a:lvl5pPr>
              <a:defRPr baseline="0">
                <a:solidFill>
                  <a:schemeClr val="lt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上下">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0"/>
            <a:ext cx="12192000" cy="2664333"/>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4"/>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Microsoft YaHei" panose="020B0503020204020204" pitchFamily="34" charset="-122"/>
              </a:defRPr>
            </a:lvl1pPr>
          </a:lstStyle>
          <a:p>
            <a:r>
              <a:rPr lang="zh-CN" altLang="en-US"/>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Microsoft YaHei" panose="020B0503020204020204" pitchFamily="34" charset="-122"/>
              </a:defRPr>
            </a:lvl1pPr>
          </a:lstStyle>
          <a:p>
            <a:pPr lvl="0"/>
            <a:r>
              <a:rPr lang="zh-CN" altLang="en-US" dirty="0"/>
              <a:t>单击此处编辑母版文本样式</a:t>
            </a:r>
          </a:p>
        </p:txBody>
      </p:sp>
      <p:sp>
        <p:nvSpPr>
          <p:cNvPr id="9" name="内容占位符 8"/>
          <p:cNvSpPr>
            <a:spLocks noGrp="1"/>
          </p:cNvSpPr>
          <p:nvPr>
            <p:ph sz="quarter" idx="14"/>
            <p:custDataLst>
              <p:tags r:id="rId9"/>
            </p:custDataLst>
          </p:nvPr>
        </p:nvSpPr>
        <p:spPr>
          <a:xfrm>
            <a:off x="612775" y="2808000"/>
            <a:ext cx="10965600" cy="3430800"/>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vl2pPr>
              <a:defRPr baseline="0">
                <a:solidFill>
                  <a:schemeClr val="lt1"/>
                </a:solidFill>
                <a:latin typeface="Arial" panose="020B0604020202020204" pitchFamily="34" charset="0"/>
                <a:ea typeface="Microsoft YaHei" panose="020B0503020204020204" pitchFamily="34" charset="-122"/>
              </a:defRPr>
            </a:lvl2pPr>
            <a:lvl3pPr>
              <a:defRPr baseline="0">
                <a:solidFill>
                  <a:schemeClr val="lt1"/>
                </a:solidFill>
                <a:latin typeface="Arial" panose="020B0604020202020204" pitchFamily="34" charset="0"/>
                <a:ea typeface="Microsoft YaHei" panose="020B0503020204020204" pitchFamily="34" charset="-122"/>
              </a:defRPr>
            </a:lvl3pPr>
            <a:lvl4pPr>
              <a:defRPr baseline="0">
                <a:solidFill>
                  <a:schemeClr val="lt1"/>
                </a:solidFill>
                <a:latin typeface="Arial" panose="020B0604020202020204" pitchFamily="34" charset="0"/>
                <a:ea typeface="Microsoft YaHei" panose="020B0503020204020204" pitchFamily="34" charset="-122"/>
              </a:defRPr>
            </a:lvl4pPr>
            <a:lvl5pPr>
              <a:defRPr baseline="0">
                <a:solidFill>
                  <a:schemeClr val="lt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下上">
    <p:bg>
      <p:bgPr>
        <a:solidFill>
          <a:schemeClr val="tx2"/>
        </a:solidFill>
        <a:effectLst/>
      </p:bgPr>
    </p:bg>
    <p:spTree>
      <p:nvGrpSpPr>
        <p:cNvPr id="1" name=""/>
        <p:cNvGrpSpPr/>
        <p:nvPr/>
      </p:nvGrpSpPr>
      <p:grpSpPr>
        <a:xfrm>
          <a:off x="0" y="0"/>
          <a:ext cx="0" cy="0"/>
          <a:chOff x="0" y="0"/>
          <a:chExt cx="0" cy="0"/>
        </a:xfrm>
      </p:grpSpPr>
      <p:sp>
        <p:nvSpPr>
          <p:cNvPr id="11" name="矩形 10"/>
          <p:cNvSpPr/>
          <p:nvPr userDrawn="1">
            <p:custDataLst>
              <p:tags r:id="rId1"/>
            </p:custDataLst>
          </p:nvPr>
        </p:nvSpPr>
        <p:spPr>
          <a:xfrm>
            <a:off x="0" y="5028971"/>
            <a:ext cx="12192000" cy="1829029"/>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10" name="图片 9"/>
          <p:cNvPicPr/>
          <p:nvPr userDrawn="1">
            <p:custDataLst>
              <p:tags r:id="rId2"/>
            </p:custDataLst>
          </p:nvPr>
        </p:nvPicPr>
        <p:blipFill>
          <a:blip r:embed="rId11" r:link="rId12"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8" name="图片 7"/>
          <p:cNvPicPr/>
          <p:nvPr userDrawn="1">
            <p:custDataLst>
              <p:tags r:id="rId3"/>
            </p:custDataLst>
          </p:nvPr>
        </p:nvPicPr>
        <p:blipFill>
          <a:blip r:embed="rId13" r:link="rId14"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2" name="标题 1"/>
          <p:cNvSpPr>
            <a:spLocks noGrp="1"/>
          </p:cNvSpPr>
          <p:nvPr>
            <p:ph type="title"/>
            <p:custDataLst>
              <p:tags r:id="rId4"/>
            </p:custDataLst>
          </p:nvPr>
        </p:nvSpPr>
        <p:spPr>
          <a:xfrm>
            <a:off x="604800" y="669600"/>
            <a:ext cx="10976400" cy="565200"/>
          </a:xfrm>
        </p:spPr>
        <p:txBody>
          <a:bodyPr wrap="square" anchor="ctr" anchorCtr="0">
            <a:normAutofit/>
          </a:bodyPr>
          <a:lstStyle>
            <a:lvl1pPr algn="ctr">
              <a:defRPr sz="3200" baseline="0">
                <a:solidFill>
                  <a:schemeClr val="lt1"/>
                </a:solidFill>
                <a:latin typeface="Arial" panose="020B0604020202020204" pitchFamily="34" charset="0"/>
                <a:ea typeface="Microsoft YaHei"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solidFill>
                  <a:schemeClr val="dk1">
                    <a:tint val="75000"/>
                    <a:lumMod val="85000"/>
                    <a:lumOff val="1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solidFill>
                  <a:schemeClr val="dk1">
                    <a:tint val="75000"/>
                    <a:lumMod val="85000"/>
                    <a:lumOff val="1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604837" y="1681200"/>
            <a:ext cx="10990800" cy="3211200"/>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vl2pPr>
              <a:defRPr baseline="0">
                <a:solidFill>
                  <a:schemeClr val="lt1"/>
                </a:solidFill>
                <a:latin typeface="Arial" panose="020B0604020202020204" pitchFamily="34" charset="0"/>
                <a:ea typeface="Microsoft YaHei" panose="020B0503020204020204" pitchFamily="34" charset="-122"/>
              </a:defRPr>
            </a:lvl2pPr>
            <a:lvl3pPr>
              <a:defRPr baseline="0">
                <a:solidFill>
                  <a:schemeClr val="lt1"/>
                </a:solidFill>
                <a:latin typeface="Arial" panose="020B0604020202020204" pitchFamily="34" charset="0"/>
                <a:ea typeface="Microsoft YaHei" panose="020B0503020204020204" pitchFamily="34" charset="-122"/>
              </a:defRPr>
            </a:lvl3pPr>
            <a:lvl4pPr>
              <a:defRPr baseline="0">
                <a:solidFill>
                  <a:schemeClr val="lt1"/>
                </a:solidFill>
                <a:latin typeface="Arial" panose="020B0604020202020204" pitchFamily="34" charset="0"/>
                <a:ea typeface="Microsoft YaHei" panose="020B0503020204020204" pitchFamily="34" charset="-122"/>
              </a:defRPr>
            </a:lvl4pPr>
            <a:lvl5pPr>
              <a:defRPr baseline="0">
                <a:solidFill>
                  <a:schemeClr val="lt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文本占位符 8"/>
          <p:cNvSpPr>
            <a:spLocks noGrp="1"/>
          </p:cNvSpPr>
          <p:nvPr>
            <p:ph type="body" sz="quarter" idx="14"/>
            <p:custDataLst>
              <p:tags r:id="rId9"/>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Microsoft YaHei"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导航">
    <p:bg>
      <p:bgPr>
        <a:solidFill>
          <a:schemeClr val="tx2"/>
        </a:solidFill>
        <a:effectLst/>
      </p:bgPr>
    </p:bg>
    <p:spTree>
      <p:nvGrpSpPr>
        <p:cNvPr id="1" name=""/>
        <p:cNvGrpSpPr/>
        <p:nvPr/>
      </p:nvGrpSpPr>
      <p:grpSpPr>
        <a:xfrm>
          <a:off x="0" y="0"/>
          <a:ext cx="0" cy="0"/>
          <a:chOff x="0" y="0"/>
          <a:chExt cx="0" cy="0"/>
        </a:xfrm>
      </p:grpSpPr>
      <p:sp>
        <p:nvSpPr>
          <p:cNvPr id="14" name="矩形 13"/>
          <p:cNvSpPr/>
          <p:nvPr userDrawn="1">
            <p:custDataLst>
              <p:tags r:id="rId1"/>
            </p:custDataLst>
          </p:nvPr>
        </p:nvSpPr>
        <p:spPr>
          <a:xfrm>
            <a:off x="0" y="0"/>
            <a:ext cx="12192000" cy="91440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12" name="图片 11"/>
          <p:cNvPicPr/>
          <p:nvPr userDrawn="1">
            <p:custDataLst>
              <p:tags r:id="rId2"/>
            </p:custDataLst>
          </p:nvPr>
        </p:nvPicPr>
        <p:blipFill>
          <a:blip r:embed="rId13" r:link="rId14" cstate="print">
            <a:extLst>
              <a:ext uri="{28A0092B-C50C-407E-A947-70E740481C1C}">
                <a14:useLocalDpi xmlns:a14="http://schemas.microsoft.com/office/drawing/2010/main" val="0"/>
              </a:ext>
            </a:extLst>
          </a:blip>
          <a:stretch>
            <a:fillRect/>
          </a:stretch>
        </p:blipFill>
        <p:spPr>
          <a:xfrm>
            <a:off x="11471910" y="6208231"/>
            <a:ext cx="720090" cy="649769"/>
          </a:xfrm>
          <a:prstGeom prst="rect">
            <a:avLst/>
          </a:prstGeom>
        </p:spPr>
      </p:pic>
      <p:pic>
        <p:nvPicPr>
          <p:cNvPr id="10" name="图片 9"/>
          <p:cNvPicPr/>
          <p:nvPr userDrawn="1">
            <p:custDataLst>
              <p:tags r:id="rId3"/>
            </p:custDataLst>
          </p:nvPr>
        </p:nvPicPr>
        <p:blipFill>
          <a:blip r:embed="rId15" r:link="rId16" cstate="print">
            <a:extLst>
              <a:ext uri="{28A0092B-C50C-407E-A947-70E740481C1C}">
                <a14:useLocalDpi xmlns:a14="http://schemas.microsoft.com/office/drawing/2010/main" val="0"/>
              </a:ext>
            </a:extLst>
          </a:blip>
          <a:stretch>
            <a:fillRect/>
          </a:stretch>
        </p:blipFill>
        <p:spPr>
          <a:xfrm>
            <a:off x="0" y="6345988"/>
            <a:ext cx="720090" cy="512012"/>
          </a:xfrm>
          <a:prstGeom prst="rect">
            <a:avLst/>
          </a:prstGeom>
        </p:spPr>
      </p:pic>
      <p:sp>
        <p:nvSpPr>
          <p:cNvPr id="2" name="标题 1"/>
          <p:cNvSpPr>
            <a:spLocks noGrp="1"/>
          </p:cNvSpPr>
          <p:nvPr>
            <p:ph type="title"/>
            <p:custDataLst>
              <p:tags r:id="rId4"/>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Microsoft YaHei" panose="020B0503020204020204" pitchFamily="34" charset="-122"/>
              </a:defRPr>
            </a:lvl1pPr>
          </a:lstStyle>
          <a:p>
            <a:r>
              <a:rPr lang="zh-CN" altLang="en-US" dirty="0"/>
              <a:t>单击此处编辑母版标题样式</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7" name="内容占位符 6"/>
          <p:cNvSpPr>
            <a:spLocks noGrp="1"/>
          </p:cNvSpPr>
          <p:nvPr>
            <p:ph sz="quarter" idx="13"/>
            <p:custDataLst>
              <p:tags r:id="rId8"/>
            </p:custDataLst>
          </p:nvPr>
        </p:nvSpPr>
        <p:spPr>
          <a:xfrm>
            <a:off x="579600" y="1663200"/>
            <a:ext cx="5342400" cy="2894400"/>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vl2pPr>
              <a:defRPr baseline="0">
                <a:solidFill>
                  <a:schemeClr val="lt1"/>
                </a:solidFill>
                <a:latin typeface="Arial" panose="020B0604020202020204" pitchFamily="34" charset="0"/>
                <a:ea typeface="Microsoft YaHei" panose="020B0503020204020204" pitchFamily="34" charset="-122"/>
              </a:defRPr>
            </a:lvl2pPr>
            <a:lvl3pPr>
              <a:defRPr baseline="0">
                <a:solidFill>
                  <a:schemeClr val="lt1"/>
                </a:solidFill>
                <a:latin typeface="Arial" panose="020B0604020202020204" pitchFamily="34" charset="0"/>
                <a:ea typeface="Microsoft YaHei" panose="020B0503020204020204" pitchFamily="34" charset="-122"/>
              </a:defRPr>
            </a:lvl3pPr>
            <a:lvl4pPr>
              <a:defRPr baseline="0">
                <a:solidFill>
                  <a:schemeClr val="lt1"/>
                </a:solidFill>
                <a:latin typeface="Arial" panose="020B0604020202020204" pitchFamily="34" charset="0"/>
                <a:ea typeface="Microsoft YaHei" panose="020B0503020204020204" pitchFamily="34" charset="-122"/>
              </a:defRPr>
            </a:lvl4pPr>
            <a:lvl5pPr>
              <a:defRPr baseline="0">
                <a:solidFill>
                  <a:schemeClr val="lt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 name="内容占位符 8"/>
          <p:cNvSpPr>
            <a:spLocks noGrp="1"/>
          </p:cNvSpPr>
          <p:nvPr>
            <p:ph sz="quarter" idx="14"/>
            <p:custDataLst>
              <p:tags r:id="rId9"/>
            </p:custDataLst>
          </p:nvPr>
        </p:nvSpPr>
        <p:spPr>
          <a:xfrm>
            <a:off x="6242400" y="1663200"/>
            <a:ext cx="5367600" cy="2894400"/>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vl2pPr>
              <a:defRPr baseline="0">
                <a:solidFill>
                  <a:schemeClr val="lt1"/>
                </a:solidFill>
                <a:latin typeface="Arial" panose="020B0604020202020204" pitchFamily="34" charset="0"/>
                <a:ea typeface="Microsoft YaHei" panose="020B0503020204020204" pitchFamily="34" charset="-122"/>
              </a:defRPr>
            </a:lvl2pPr>
            <a:lvl3pPr>
              <a:defRPr baseline="0">
                <a:solidFill>
                  <a:schemeClr val="lt1"/>
                </a:solidFill>
                <a:latin typeface="Arial" panose="020B0604020202020204" pitchFamily="34" charset="0"/>
                <a:ea typeface="Microsoft YaHei" panose="020B0503020204020204" pitchFamily="34" charset="-122"/>
              </a:defRPr>
            </a:lvl3pPr>
            <a:lvl4pPr>
              <a:defRPr baseline="0">
                <a:solidFill>
                  <a:schemeClr val="lt1"/>
                </a:solidFill>
                <a:latin typeface="Arial" panose="020B0604020202020204" pitchFamily="34" charset="0"/>
                <a:ea typeface="Microsoft YaHei" panose="020B0503020204020204" pitchFamily="34" charset="-122"/>
              </a:defRPr>
            </a:lvl4pPr>
            <a:lvl5pPr>
              <a:defRPr baseline="0">
                <a:solidFill>
                  <a:schemeClr val="lt1"/>
                </a:solidFill>
                <a:latin typeface="Arial" panose="020B0604020202020204" pitchFamily="34" charset="0"/>
                <a:ea typeface="Microsoft YaHei" panose="020B0503020204020204" pitchFamily="34" charset="-122"/>
              </a:defRPr>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1" name="文本占位符 10"/>
          <p:cNvSpPr>
            <a:spLocks noGrp="1"/>
          </p:cNvSpPr>
          <p:nvPr>
            <p:ph type="body" sz="quarter" idx="15"/>
            <p:custDataLst>
              <p:tags r:id="rId10"/>
            </p:custDataLst>
          </p:nvPr>
        </p:nvSpPr>
        <p:spPr>
          <a:xfrm>
            <a:off x="572400" y="4816800"/>
            <a:ext cx="5342400" cy="781200"/>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stStyle>
          <a:p>
            <a:pPr lvl="0"/>
            <a:r>
              <a:rPr lang="zh-CN" altLang="en-US" dirty="0"/>
              <a:t>单击此处编辑母版文本样式</a:t>
            </a:r>
          </a:p>
        </p:txBody>
      </p:sp>
      <p:sp>
        <p:nvSpPr>
          <p:cNvPr id="13" name="文本占位符 12"/>
          <p:cNvSpPr>
            <a:spLocks noGrp="1"/>
          </p:cNvSpPr>
          <p:nvPr>
            <p:ph type="body" sz="quarter" idx="16"/>
            <p:custDataLst>
              <p:tags r:id="rId11"/>
            </p:custDataLst>
          </p:nvPr>
        </p:nvSpPr>
        <p:spPr>
          <a:xfrm>
            <a:off x="6253200" y="4813200"/>
            <a:ext cx="5367600" cy="781200"/>
          </a:xfrm>
        </p:spPr>
        <p:txBody>
          <a:bodyPr wrap="square">
            <a:normAutofit/>
          </a:bodyPr>
          <a:lstStyle>
            <a:lvl1pPr>
              <a:defRPr baseline="0">
                <a:solidFill>
                  <a:schemeClr val="lt1"/>
                </a:solidFill>
                <a:latin typeface="Arial" panose="020B0604020202020204" pitchFamily="34" charset="0"/>
                <a:ea typeface="Microsoft YaHei" panose="020B0503020204020204" pitchFamily="34" charset="-122"/>
              </a:defRPr>
            </a:lvl1pPr>
          </a:lstStyle>
          <a:p>
            <a:pPr lvl="0"/>
            <a:r>
              <a:rPr lang="zh-CN" altLang="en-US" dirty="0"/>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腰带">
    <p:bg>
      <p:bgPr>
        <a:solidFill>
          <a:schemeClr val="tx2"/>
        </a:solidFill>
        <a:effectLst/>
      </p:bgPr>
    </p:bg>
    <p:spTree>
      <p:nvGrpSpPr>
        <p:cNvPr id="1" name=""/>
        <p:cNvGrpSpPr/>
        <p:nvPr/>
      </p:nvGrpSpPr>
      <p:grpSpPr>
        <a:xfrm>
          <a:off x="0" y="0"/>
          <a:ext cx="0" cy="0"/>
          <a:chOff x="0" y="0"/>
          <a:chExt cx="0" cy="0"/>
        </a:xfrm>
      </p:grpSpPr>
      <p:sp>
        <p:nvSpPr>
          <p:cNvPr id="10" name="矩形 9"/>
          <p:cNvSpPr/>
          <p:nvPr userDrawn="1">
            <p:custDataLst>
              <p:tags r:id="rId1"/>
            </p:custDataLst>
          </p:nvPr>
        </p:nvSpPr>
        <p:spPr>
          <a:xfrm>
            <a:off x="0" y="953691"/>
            <a:ext cx="12192000" cy="4950618"/>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endParaRPr>
          </a:p>
        </p:txBody>
      </p:sp>
      <p:pic>
        <p:nvPicPr>
          <p:cNvPr id="9" name="图片 8"/>
          <p:cNvPicPr/>
          <p:nvPr userDrawn="1">
            <p:custDataLst>
              <p:tags r:id="rId2"/>
            </p:custDataLst>
          </p:nvPr>
        </p:nvPicPr>
        <p:blipFill>
          <a:blip r:embed="rId10" r:link="rId11">
            <a:extLst>
              <a:ext uri="{28A0092B-C50C-407E-A947-70E740481C1C}">
                <a14:useLocalDpi xmlns:a14="http://schemas.microsoft.com/office/drawing/2010/main" val="0"/>
              </a:ext>
            </a:extLst>
          </a:blip>
          <a:stretch>
            <a:fillRect/>
          </a:stretch>
        </p:blipFill>
        <p:spPr>
          <a:xfrm>
            <a:off x="10571797" y="5396020"/>
            <a:ext cx="1620202" cy="1461980"/>
          </a:xfrm>
          <a:prstGeom prst="rect">
            <a:avLst/>
          </a:prstGeom>
        </p:spPr>
      </p:pic>
      <p:pic>
        <p:nvPicPr>
          <p:cNvPr id="8" name="图片 7"/>
          <p:cNvPicPr/>
          <p:nvPr userDrawn="1">
            <p:custDataLst>
              <p:tags r:id="rId3"/>
            </p:custDataLst>
          </p:nvPr>
        </p:nvPicPr>
        <p:blipFill>
          <a:blip r:embed="rId12" r:link="rId13">
            <a:extLst>
              <a:ext uri="{28A0092B-C50C-407E-A947-70E740481C1C}">
                <a14:useLocalDpi xmlns:a14="http://schemas.microsoft.com/office/drawing/2010/main" val="0"/>
              </a:ext>
            </a:extLst>
          </a:blip>
          <a:stretch>
            <a:fillRect/>
          </a:stretch>
        </p:blipFill>
        <p:spPr>
          <a:xfrm>
            <a:off x="0" y="5705973"/>
            <a:ext cx="1620202" cy="1152027"/>
          </a:xfrm>
          <a:prstGeom prst="rect">
            <a:avLst/>
          </a:prstGeom>
        </p:spPr>
      </p:pic>
      <p:sp>
        <p:nvSpPr>
          <p:cNvPr id="2" name="标题 1"/>
          <p:cNvSpPr>
            <a:spLocks noGrp="1"/>
          </p:cNvSpPr>
          <p:nvPr>
            <p:ph type="title" hasCustomPrompt="1"/>
            <p:custDataLst>
              <p:tags r:id="rId4"/>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Microsoft YaHei" panose="020B0503020204020204" pitchFamily="34" charset="-122"/>
              </a:defRPr>
            </a:lvl1pPr>
          </a:lstStyle>
          <a:p>
            <a:r>
              <a:rPr lang="zh-CN" altLang="en-US" dirty="0"/>
              <a:t>单击此处编辑标题</a:t>
            </a:r>
          </a:p>
        </p:txBody>
      </p:sp>
      <p:sp>
        <p:nvSpPr>
          <p:cNvPr id="3" name="日期占位符 2"/>
          <p:cNvSpPr>
            <a:spLocks noGrp="1"/>
          </p:cNvSpPr>
          <p:nvPr>
            <p:ph type="dt" sz="half" idx="10"/>
            <p:custDataLst>
              <p:tags r:id="rId5"/>
            </p:custDataLst>
          </p:nvPr>
        </p:nvSpPr>
        <p:spPr>
          <a:xfrm>
            <a:off x="879742"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4" name="页脚占位符 3"/>
          <p:cNvSpPr>
            <a:spLocks noGrp="1"/>
          </p:cNvSpPr>
          <p:nvPr>
            <p:ph type="ftr" sz="quarter" idx="11"/>
            <p:custDataLst>
              <p:tags r:id="rId6"/>
            </p:custDataLst>
          </p:nvPr>
        </p:nvSpPr>
        <p:spPr>
          <a:xfrm>
            <a:off x="4116000" y="6349833"/>
            <a:ext cx="3960000" cy="316800"/>
          </a:xfrm>
        </p:spPr>
        <p:txBody>
          <a:bodyPr wrap="square">
            <a:normAutofit/>
          </a:bodyPr>
          <a:lstStyle>
            <a:lvl1pPr>
              <a:defRPr>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5" name="灯片编号占位符 4"/>
          <p:cNvSpPr>
            <a:spLocks noGrp="1"/>
          </p:cNvSpPr>
          <p:nvPr>
            <p:ph type="sldNum" sz="quarter" idx="12"/>
            <p:custDataLst>
              <p:tags r:id="rId7"/>
            </p:custDataLst>
          </p:nvPr>
        </p:nvSpPr>
        <p:spPr>
          <a:xfrm>
            <a:off x="8610600" y="6349833"/>
            <a:ext cx="2700000" cy="316800"/>
          </a:xfrm>
        </p:spPr>
        <p:txBody>
          <a:bodyPr wrap="square">
            <a:normAutofit/>
          </a:bodyPr>
          <a:lstStyle>
            <a:lvl1pPr>
              <a:defRPr>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7" name="文本占位符 6"/>
          <p:cNvSpPr>
            <a:spLocks noGrp="1"/>
          </p:cNvSpPr>
          <p:nvPr>
            <p:ph type="body" sz="quarter" idx="13"/>
            <p:custDataLst>
              <p:tags r:id="rId8"/>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Microsoft YaHei" panose="020B0503020204020204" pitchFamily="34" charset="-122"/>
              </a:defRPr>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ags" Target="../tags/tag2.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ags" Target="../tags/tag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ags" Target="../tags/tag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20"/>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21"/>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22"/>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lt1">
                    <a:tint val="75000"/>
                  </a:schemeClr>
                </a:solidFill>
                <a:latin typeface="Arial" panose="020B0604020202020204" pitchFamily="34" charset="0"/>
                <a:ea typeface="Microsoft YaHei" panose="020B0503020204020204" pitchFamily="34" charset="-122"/>
              </a:defRPr>
            </a:lvl1pPr>
          </a:lstStyle>
          <a:p>
            <a:fld id="{760FBDFE-C587-4B4C-A407-44438C67B59E}" type="datetimeFigureOut">
              <a:rPr lang="zh-CN" altLang="en-US" smtClean="0"/>
              <a:t>2026/1/17</a:t>
            </a:fld>
            <a:endParaRPr lang="zh-CN" altLang="en-US"/>
          </a:p>
        </p:txBody>
      </p:sp>
      <p:sp>
        <p:nvSpPr>
          <p:cNvPr id="5" name="页脚占位符 4"/>
          <p:cNvSpPr>
            <a:spLocks noGrp="1"/>
          </p:cNvSpPr>
          <p:nvPr>
            <p:ph type="ftr" sz="quarter" idx="3"/>
            <p:custDataLst>
              <p:tags r:id="rId23"/>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Microsoft YaHei"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24"/>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lt1">
                    <a:tint val="75000"/>
                  </a:schemeClr>
                </a:solidFill>
                <a:latin typeface="Arial" panose="020B0604020202020204" pitchFamily="34" charset="0"/>
                <a:ea typeface="Microsoft YaHei" panose="020B0503020204020204" pitchFamily="34" charset="-122"/>
              </a:defRPr>
            </a:lvl1pPr>
          </a:lstStyle>
          <a:p>
            <a:fld id="{49AE70B2-8BF9-45C0-BB95-33D1B9D3A854}" type="slidenum">
              <a:rPr lang="zh-CN" altLang="en-US" smtClean="0"/>
              <a:t>‹#›</a:t>
            </a:fld>
            <a:endParaRPr lang="zh-CN" altLang="en-US" dirty="0"/>
          </a:p>
        </p:txBody>
      </p:sp>
      <p:sp>
        <p:nvSpPr>
          <p:cNvPr id="7" name="KSO_TEMPLATE" hidden="1"/>
          <p:cNvSpPr/>
          <p:nvPr userDrawn="1">
            <p:custDataLst>
              <p:tags r:id="rId25"/>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lt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bg1"/>
          </a:solidFill>
          <a:uFillTx/>
          <a:latin typeface="Arial" panose="020B0604020202020204" pitchFamily="34" charset="0"/>
          <a:ea typeface="Microsoft YaHei"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Microsoft YaHei"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bg1"/>
          </a:solidFill>
          <a:uFillTx/>
          <a:latin typeface="Arial" panose="020B0604020202020204" pitchFamily="34" charset="0"/>
          <a:ea typeface="Microsoft YaHei"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Microsoft YaHei"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Microsoft YaHei"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bg1"/>
          </a:solidFill>
          <a:uFillTx/>
          <a:latin typeface="Arial" panose="020B0604020202020204" pitchFamily="34" charset="0"/>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tags" Target="../tags/tag149.xml"/><Relationship Id="rId2" Type="http://schemas.openxmlformats.org/officeDocument/2006/relationships/tags" Target="../tags/tag148.xml"/><Relationship Id="rId1" Type="http://schemas.openxmlformats.org/officeDocument/2006/relationships/tags" Target="../tags/tag147.xml"/><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slideLayout" Target="../slideLayouts/slideLayout6.xml"/><Relationship Id="rId3" Type="http://schemas.openxmlformats.org/officeDocument/2006/relationships/tags" Target="../tags/tag152.xml"/><Relationship Id="rId7" Type="http://schemas.openxmlformats.org/officeDocument/2006/relationships/tags" Target="../tags/tag156.xml"/><Relationship Id="rId12" Type="http://schemas.openxmlformats.org/officeDocument/2006/relationships/tags" Target="../tags/tag161.xml"/><Relationship Id="rId2" Type="http://schemas.openxmlformats.org/officeDocument/2006/relationships/tags" Target="../tags/tag151.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5" Type="http://schemas.openxmlformats.org/officeDocument/2006/relationships/tags" Target="../tags/tag154.xml"/><Relationship Id="rId10" Type="http://schemas.openxmlformats.org/officeDocument/2006/relationships/tags" Target="../tags/tag159.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tags" Target="../tags/tag164.xml"/><Relationship Id="rId2" Type="http://schemas.openxmlformats.org/officeDocument/2006/relationships/tags" Target="../tags/tag163.xml"/><Relationship Id="rId1" Type="http://schemas.openxmlformats.org/officeDocument/2006/relationships/tags" Target="../tags/tag162.xml"/><Relationship Id="rId5" Type="http://schemas.openxmlformats.org/officeDocument/2006/relationships/notesSlide" Target="../notesSlides/notesSlide3.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tags" Target="../tags/tag167.xml"/><Relationship Id="rId7" Type="http://schemas.openxmlformats.org/officeDocument/2006/relationships/image" Target="../media/image6.png"/><Relationship Id="rId2" Type="http://schemas.openxmlformats.org/officeDocument/2006/relationships/tags" Target="../tags/tag166.xml"/><Relationship Id="rId1" Type="http://schemas.openxmlformats.org/officeDocument/2006/relationships/tags" Target="../tags/tag165.xml"/><Relationship Id="rId6" Type="http://schemas.openxmlformats.org/officeDocument/2006/relationships/notesSlide" Target="../notesSlides/notesSlide4.xml"/><Relationship Id="rId5" Type="http://schemas.openxmlformats.org/officeDocument/2006/relationships/slideLayout" Target="../slideLayouts/slideLayout7.xml"/><Relationship Id="rId4" Type="http://schemas.openxmlformats.org/officeDocument/2006/relationships/tags" Target="../tags/tag168.xml"/></Relationships>
</file>

<file path=ppt/slides/_rels/slide5.xml.rels><?xml version="1.0" encoding="UTF-8" standalone="yes"?>
<Relationships xmlns="http://schemas.openxmlformats.org/package/2006/relationships"><Relationship Id="rId3" Type="http://schemas.openxmlformats.org/officeDocument/2006/relationships/tags" Target="../tags/tag171.xml"/><Relationship Id="rId2" Type="http://schemas.openxmlformats.org/officeDocument/2006/relationships/tags" Target="../tags/tag170.xml"/><Relationship Id="rId1" Type="http://schemas.openxmlformats.org/officeDocument/2006/relationships/tags" Target="../tags/tag169.xml"/><Relationship Id="rId5" Type="http://schemas.openxmlformats.org/officeDocument/2006/relationships/notesSlide" Target="../notesSlides/notesSlide5.xml"/><Relationship Id="rId4"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13" Type="http://schemas.openxmlformats.org/officeDocument/2006/relationships/image" Target="../media/image7.png"/><Relationship Id="rId3" Type="http://schemas.openxmlformats.org/officeDocument/2006/relationships/tags" Target="../tags/tag174.xml"/><Relationship Id="rId7" Type="http://schemas.openxmlformats.org/officeDocument/2006/relationships/slideLayout" Target="../slideLayouts/slideLayout7.xml"/><Relationship Id="rId12" Type="http://schemas.openxmlformats.org/officeDocument/2006/relationships/image" Target="file:///C:\Users\1V994W2\PycharmProjects\PPT_Background_Generation/pic_temp/1_pic_quater_right_up.png" TargetMode="External"/><Relationship Id="rId2" Type="http://schemas.openxmlformats.org/officeDocument/2006/relationships/tags" Target="../tags/tag173.xml"/><Relationship Id="rId1" Type="http://schemas.openxmlformats.org/officeDocument/2006/relationships/tags" Target="../tags/tag172.xml"/><Relationship Id="rId6" Type="http://schemas.openxmlformats.org/officeDocument/2006/relationships/tags" Target="../tags/tag177.xml"/><Relationship Id="rId11" Type="http://schemas.openxmlformats.org/officeDocument/2006/relationships/image" Target="../media/image3.png"/><Relationship Id="rId5" Type="http://schemas.openxmlformats.org/officeDocument/2006/relationships/tags" Target="../tags/tag176.xml"/><Relationship Id="rId10" Type="http://schemas.openxmlformats.org/officeDocument/2006/relationships/image" Target="file:///C:\Users\1V994W2\PycharmProjects\PPT_Background_Generation/pic_temp/0_pic_quater_left_up.png" TargetMode="External"/><Relationship Id="rId4" Type="http://schemas.openxmlformats.org/officeDocument/2006/relationships/tags" Target="../tags/tag175.xml"/><Relationship Id="rId9"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tags" Target="../tags/tag180.xml"/><Relationship Id="rId2" Type="http://schemas.openxmlformats.org/officeDocument/2006/relationships/tags" Target="../tags/tag179.xml"/><Relationship Id="rId1" Type="http://schemas.openxmlformats.org/officeDocument/2006/relationships/tags" Target="../tags/tag178.xml"/><Relationship Id="rId5" Type="http://schemas.openxmlformats.org/officeDocument/2006/relationships/notesSlide" Target="../notesSlides/notesSlide7.xml"/><Relationship Id="rId4"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8" Type="http://schemas.openxmlformats.org/officeDocument/2006/relationships/slideLayout" Target="../slideLayouts/slideLayout7.xml"/><Relationship Id="rId13" Type="http://schemas.openxmlformats.org/officeDocument/2006/relationships/image" Target="file:///C:\Users\1V994W2\PycharmProjects\PPT_Background_Generation/pic_temp/1_pic_quater_right_up.png" TargetMode="External"/><Relationship Id="rId3" Type="http://schemas.openxmlformats.org/officeDocument/2006/relationships/tags" Target="../tags/tag183.xml"/><Relationship Id="rId7" Type="http://schemas.openxmlformats.org/officeDocument/2006/relationships/tags" Target="../tags/tag187.xml"/><Relationship Id="rId12" Type="http://schemas.openxmlformats.org/officeDocument/2006/relationships/image" Target="../media/image3.png"/><Relationship Id="rId2" Type="http://schemas.openxmlformats.org/officeDocument/2006/relationships/tags" Target="../tags/tag182.xml"/><Relationship Id="rId1" Type="http://schemas.openxmlformats.org/officeDocument/2006/relationships/tags" Target="../tags/tag181.xml"/><Relationship Id="rId6" Type="http://schemas.openxmlformats.org/officeDocument/2006/relationships/tags" Target="../tags/tag186.xml"/><Relationship Id="rId11" Type="http://schemas.openxmlformats.org/officeDocument/2006/relationships/image" Target="file:///C:\Users\1V994W2\PycharmProjects\PPT_Background_Generation/pic_temp/0_pic_quater_left_up.png" TargetMode="External"/><Relationship Id="rId5" Type="http://schemas.openxmlformats.org/officeDocument/2006/relationships/tags" Target="../tags/tag185.xml"/><Relationship Id="rId10" Type="http://schemas.openxmlformats.org/officeDocument/2006/relationships/image" Target="../media/image2.png"/><Relationship Id="rId4" Type="http://schemas.openxmlformats.org/officeDocument/2006/relationships/tags" Target="../tags/tag184.xml"/><Relationship Id="rId9" Type="http://schemas.openxmlformats.org/officeDocument/2006/relationships/notesSlide" Target="../notesSlides/notesSlide8.xml"/><Relationship Id="rId14" Type="http://schemas.openxmlformats.org/officeDocument/2006/relationships/image" Target="../media/image8.jpeg"/></Relationships>
</file>

<file path=ppt/slides/_rels/slide9.xml.rels><?xml version="1.0" encoding="UTF-8" standalone="yes"?>
<Relationships xmlns="http://schemas.openxmlformats.org/package/2006/relationships"><Relationship Id="rId3" Type="http://schemas.openxmlformats.org/officeDocument/2006/relationships/tags" Target="../tags/tag190.xml"/><Relationship Id="rId2" Type="http://schemas.openxmlformats.org/officeDocument/2006/relationships/tags" Target="../tags/tag189.xml"/><Relationship Id="rId1" Type="http://schemas.openxmlformats.org/officeDocument/2006/relationships/tags" Target="../tags/tag188.xml"/><Relationship Id="rId5" Type="http://schemas.openxmlformats.org/officeDocument/2006/relationships/notesSlide" Target="../notesSlides/notesSlide9.xml"/><Relationship Id="rId4"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2.xml"/><Relationship Id="rId1" Type="http://schemas.openxmlformats.org/officeDocument/2006/relationships/tags" Target="../tags/tag191.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tags" Target="../tags/tag193.xml"/><Relationship Id="rId5" Type="http://schemas.openxmlformats.org/officeDocument/2006/relationships/notesSlide" Target="../notesSlides/notesSlide10.xml"/><Relationship Id="rId4"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97.xml"/><Relationship Id="rId1" Type="http://schemas.openxmlformats.org/officeDocument/2006/relationships/tags" Target="../tags/tag196.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tags" Target="../tags/tag200.xml"/><Relationship Id="rId2" Type="http://schemas.openxmlformats.org/officeDocument/2006/relationships/tags" Target="../tags/tag199.xml"/><Relationship Id="rId1" Type="http://schemas.openxmlformats.org/officeDocument/2006/relationships/tags" Target="../tags/tag198.xml"/><Relationship Id="rId5" Type="http://schemas.openxmlformats.org/officeDocument/2006/relationships/notesSlide" Target="../notesSlides/notesSlide11.xml"/><Relationship Id="rId4"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2.xml"/><Relationship Id="rId1" Type="http://schemas.openxmlformats.org/officeDocument/2006/relationships/tags" Target="../tags/tag201.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tags" Target="../tags/tag205.xml"/><Relationship Id="rId2" Type="http://schemas.openxmlformats.org/officeDocument/2006/relationships/tags" Target="../tags/tag204.xml"/><Relationship Id="rId1" Type="http://schemas.openxmlformats.org/officeDocument/2006/relationships/tags" Target="../tags/tag203.xml"/><Relationship Id="rId5" Type="http://schemas.openxmlformats.org/officeDocument/2006/relationships/notesSlide" Target="../notesSlides/notesSlide12.xml"/><Relationship Id="rId4"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07.xml"/><Relationship Id="rId1" Type="http://schemas.openxmlformats.org/officeDocument/2006/relationships/tags" Target="../tags/tag206.xml"/><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3" Type="http://schemas.openxmlformats.org/officeDocument/2006/relationships/tags" Target="../tags/tag210.xml"/><Relationship Id="rId2" Type="http://schemas.openxmlformats.org/officeDocument/2006/relationships/tags" Target="../tags/tag209.xml"/><Relationship Id="rId1" Type="http://schemas.openxmlformats.org/officeDocument/2006/relationships/tags" Target="../tags/tag208.xml"/><Relationship Id="rId5" Type="http://schemas.openxmlformats.org/officeDocument/2006/relationships/notesSlide" Target="../notesSlides/notesSlide13.xml"/><Relationship Id="rId4"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2.xml"/><Relationship Id="rId1" Type="http://schemas.openxmlformats.org/officeDocument/2006/relationships/tags" Target="../tags/tag211.xml"/><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tags" Target="../tags/tag215.xml"/><Relationship Id="rId2" Type="http://schemas.openxmlformats.org/officeDocument/2006/relationships/tags" Target="../tags/tag214.xml"/><Relationship Id="rId1" Type="http://schemas.openxmlformats.org/officeDocument/2006/relationships/tags" Target="../tags/tag213.xml"/><Relationship Id="rId5" Type="http://schemas.openxmlformats.org/officeDocument/2006/relationships/notesSlide" Target="../notesSlides/notesSlide14.xml"/><Relationship Id="rId4"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217.xml"/><Relationship Id="rId1" Type="http://schemas.openxmlformats.org/officeDocument/2006/relationships/tags" Target="../tags/tag216.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11.xml"/><Relationship Id="rId2" Type="http://schemas.openxmlformats.org/officeDocument/2006/relationships/tags" Target="../tags/tag219.xml"/><Relationship Id="rId1" Type="http://schemas.openxmlformats.org/officeDocument/2006/relationships/tags" Target="../tags/tag218.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9" name="直接连接符 8"/>
          <p:cNvCxnSpPr/>
          <p:nvPr>
            <p:custDataLst>
              <p:tags r:id="rId2"/>
            </p:custDataLst>
          </p:nvPr>
        </p:nvCxnSpPr>
        <p:spPr>
          <a:xfrm>
            <a:off x="800417" y="3787457"/>
            <a:ext cx="1200526"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标题 3"/>
          <p:cNvSpPr>
            <a:spLocks noGrp="1"/>
          </p:cNvSpPr>
          <p:nvPr>
            <p:ph type="ctrTitle" idx="14"/>
            <p:custDataLst>
              <p:tags r:id="rId3"/>
            </p:custDataLst>
          </p:nvPr>
        </p:nvSpPr>
        <p:spPr>
          <a:xfrm>
            <a:off x="550545" y="2914015"/>
            <a:ext cx="4825365" cy="1469390"/>
          </a:xfrm>
        </p:spPr>
        <p:txBody>
          <a:bodyPr>
            <a:normAutofit fontScale="90000"/>
          </a:bodyPr>
          <a:lstStyle/>
          <a:p>
            <a:r>
              <a:rPr lang="en-US" altLang="en-US"/>
              <a:t>Health and Lifestyle Data Analysis</a:t>
            </a:r>
          </a:p>
        </p:txBody>
      </p:sp>
      <p:sp>
        <p:nvSpPr>
          <p:cNvPr id="7" name="Text Box 6"/>
          <p:cNvSpPr txBox="1"/>
          <p:nvPr/>
        </p:nvSpPr>
        <p:spPr>
          <a:xfrm>
            <a:off x="847725" y="2064385"/>
            <a:ext cx="3714115" cy="368300"/>
          </a:xfrm>
          <a:prstGeom prst="rect">
            <a:avLst/>
          </a:prstGeom>
          <a:noFill/>
        </p:spPr>
        <p:txBody>
          <a:bodyPr wrap="square" rtlCol="0">
            <a:spAutoFit/>
          </a:bodyPr>
          <a:lstStyle/>
          <a:p>
            <a:r>
              <a:rPr lang="en-US"/>
              <a:t>DATA SCIENCE</a:t>
            </a: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圆角矩形 86"/>
          <p:cNvSpPr/>
          <p:nvPr>
            <p:custDataLst>
              <p:tags r:id="rId2"/>
            </p:custDataLst>
          </p:nvPr>
        </p:nvSpPr>
        <p:spPr bwMode="auto">
          <a:xfrm>
            <a:off x="1858327" y="2996565"/>
            <a:ext cx="4410710" cy="1029970"/>
          </a:xfrm>
          <a:prstGeom prst="roundRect">
            <a:avLst/>
          </a:prstGeom>
          <a:noFill/>
          <a:ln w="9525">
            <a:solidFill>
              <a:schemeClr val="bg1">
                <a:lumMod val="75000"/>
              </a:schemeClr>
            </a:solidFill>
            <a:round/>
          </a:ln>
        </p:spPr>
        <p:txBody>
          <a:bodyPr rot="0" spcFirstLastPara="0" vert="horz" wrap="square" lIns="91440" tIns="45720" rIns="91440" bIns="45720" anchor="ctr" anchorCtr="0" forceAA="0" compatLnSpc="1">
            <a:normAutofit/>
          </a:bodyPr>
          <a:lstStyle/>
          <a:p>
            <a:pPr algn="r">
              <a:lnSpc>
                <a:spcPct val="130000"/>
              </a:lnSpc>
            </a:pPr>
            <a:endParaRPr lang="en-US" altLang="zh-CN" sz="1100" dirty="0">
              <a:solidFill>
                <a:schemeClr val="tx1"/>
              </a:solidFill>
              <a:latin typeface="Arial" panose="020B0604020202020204" pitchFamily="34" charset="0"/>
              <a:ea typeface="Microsoft YaHei" panose="020B0503020204020204" pitchFamily="34" charset="-122"/>
            </a:endParaRPr>
          </a:p>
        </p:txBody>
      </p:sp>
      <p:sp>
        <p:nvSpPr>
          <p:cNvPr id="88" name="梯形 87"/>
          <p:cNvSpPr/>
          <p:nvPr>
            <p:custDataLst>
              <p:tags r:id="rId3"/>
            </p:custDataLst>
          </p:nvPr>
        </p:nvSpPr>
        <p:spPr bwMode="auto">
          <a:xfrm flipV="1">
            <a:off x="2078672" y="4026535"/>
            <a:ext cx="880110" cy="46355"/>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solidFill>
              <a:latin typeface="Arial" panose="020B0604020202020204" pitchFamily="34" charset="0"/>
              <a:ea typeface="Microsoft YaHei" panose="020B0503020204020204" pitchFamily="34" charset="-122"/>
            </a:endParaRPr>
          </a:p>
        </p:txBody>
      </p:sp>
      <p:sp>
        <p:nvSpPr>
          <p:cNvPr id="89" name="梯形 88"/>
          <p:cNvSpPr/>
          <p:nvPr>
            <p:custDataLst>
              <p:tags r:id="rId4"/>
            </p:custDataLst>
          </p:nvPr>
        </p:nvSpPr>
        <p:spPr bwMode="auto">
          <a:xfrm>
            <a:off x="2079307" y="2950210"/>
            <a:ext cx="880110" cy="46355"/>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solidFill>
              <a:latin typeface="Arial" panose="020B0604020202020204" pitchFamily="34" charset="0"/>
              <a:ea typeface="Microsoft YaHei" panose="020B0503020204020204" pitchFamily="34" charset="-122"/>
            </a:endParaRPr>
          </a:p>
        </p:txBody>
      </p:sp>
      <p:sp>
        <p:nvSpPr>
          <p:cNvPr id="90" name="矩形 89"/>
          <p:cNvSpPr/>
          <p:nvPr>
            <p:custDataLst>
              <p:tags r:id="rId5"/>
            </p:custDataLst>
          </p:nvPr>
        </p:nvSpPr>
        <p:spPr bwMode="auto">
          <a:xfrm>
            <a:off x="2204402" y="2947670"/>
            <a:ext cx="628650" cy="1125855"/>
          </a:xfrm>
          <a:prstGeom prst="rect">
            <a:avLst/>
          </a:prstGeom>
          <a:solidFill>
            <a:schemeClr val="bg1">
              <a:lumMod val="95000"/>
            </a:schemeClr>
          </a:solidFill>
          <a:ln w="19050">
            <a:noFill/>
            <a:round/>
          </a:ln>
        </p:spPr>
        <p:txBody>
          <a:bodyPr rot="0" spcFirstLastPara="0" vert="horz" wrap="square" lIns="91440" tIns="45720" rIns="91440" bIns="45720" anchor="ctr" anchorCtr="1" forceAA="0" compatLnSpc="1">
            <a:normAutofit/>
          </a:bodyPr>
          <a:lstStyle/>
          <a:p>
            <a:pPr algn="ctr"/>
            <a:r>
              <a:rPr lang="en-US" altLang="zh-CN" sz="2000" b="1" dirty="0">
                <a:solidFill>
                  <a:schemeClr val="dk1">
                    <a:lumMod val="85000"/>
                    <a:lumOff val="15000"/>
                  </a:schemeClr>
                </a:solidFill>
                <a:latin typeface="Arial" panose="020B0604020202020204" pitchFamily="34" charset="0"/>
                <a:ea typeface="Microsoft YaHei" panose="020B0503020204020204" pitchFamily="34" charset="-122"/>
              </a:rPr>
              <a:t>01</a:t>
            </a:r>
          </a:p>
        </p:txBody>
      </p:sp>
      <p:sp>
        <p:nvSpPr>
          <p:cNvPr id="91" name="文本框 90"/>
          <p:cNvSpPr txBox="1"/>
          <p:nvPr>
            <p:custDataLst>
              <p:tags r:id="rId6"/>
            </p:custDataLst>
          </p:nvPr>
        </p:nvSpPr>
        <p:spPr>
          <a:xfrm>
            <a:off x="2970212" y="3020695"/>
            <a:ext cx="3215640" cy="981710"/>
          </a:xfrm>
          <a:prstGeom prst="rect">
            <a:avLst/>
          </a:prstGeom>
          <a:noFill/>
        </p:spPr>
        <p:txBody>
          <a:bodyPr wrap="square" rtlCol="0" anchor="ctr" anchorCtr="0">
            <a:normAutofit/>
          </a:bodyPr>
          <a:lstStyle/>
          <a:p>
            <a:pPr lvl="0">
              <a:lnSpc>
                <a:spcPct val="120000"/>
              </a:lnSpc>
            </a:pPr>
            <a:r>
              <a:rPr lang="en-US" altLang="zh-CN" sz="2000" b="1" spc="300">
                <a:solidFill>
                  <a:schemeClr val="lt1"/>
                </a:solidFill>
                <a:latin typeface="Arial" panose="020B0604020202020204" pitchFamily="34" charset="0"/>
                <a:ea typeface="Microsoft YaHei" panose="020B0503020204020204" pitchFamily="34" charset="-122"/>
                <a:sym typeface="+mn-ea"/>
              </a:rPr>
              <a:t>MISHA NADEEM</a:t>
            </a:r>
            <a:br>
              <a:rPr lang="en-US" altLang="zh-CN" sz="2000" b="1" spc="300">
                <a:solidFill>
                  <a:schemeClr val="lt1"/>
                </a:solidFill>
                <a:latin typeface="Arial" panose="020B0604020202020204" pitchFamily="34" charset="0"/>
                <a:ea typeface="Microsoft YaHei" panose="020B0503020204020204" pitchFamily="34" charset="-122"/>
                <a:sym typeface="+mn-ea"/>
              </a:rPr>
            </a:br>
            <a:r>
              <a:rPr lang="en-US" altLang="zh-CN" sz="2000" b="1" spc="300">
                <a:solidFill>
                  <a:schemeClr val="lt1"/>
                </a:solidFill>
                <a:latin typeface="Arial" panose="020B0604020202020204" pitchFamily="34" charset="0"/>
                <a:ea typeface="Microsoft YaHei" panose="020B0503020204020204" pitchFamily="34" charset="-122"/>
                <a:sym typeface="+mn-ea"/>
              </a:rPr>
              <a:t>37294</a:t>
            </a:r>
          </a:p>
        </p:txBody>
      </p:sp>
      <p:sp>
        <p:nvSpPr>
          <p:cNvPr id="17" name="圆角矩形 16"/>
          <p:cNvSpPr/>
          <p:nvPr>
            <p:custDataLst>
              <p:tags r:id="rId7"/>
            </p:custDataLst>
          </p:nvPr>
        </p:nvSpPr>
        <p:spPr bwMode="auto">
          <a:xfrm>
            <a:off x="1858962" y="4662170"/>
            <a:ext cx="4410710" cy="1029970"/>
          </a:xfrm>
          <a:prstGeom prst="roundRect">
            <a:avLst/>
          </a:prstGeom>
          <a:noFill/>
          <a:ln w="9525">
            <a:solidFill>
              <a:schemeClr val="bg1">
                <a:lumMod val="75000"/>
              </a:schemeClr>
            </a:solidFill>
            <a:round/>
          </a:ln>
        </p:spPr>
        <p:txBody>
          <a:bodyPr rot="0" spcFirstLastPara="0" vert="horz" wrap="square" lIns="91440" tIns="45720" rIns="91440" bIns="45720" anchor="ctr" anchorCtr="0" forceAA="0" compatLnSpc="1">
            <a:normAutofit/>
          </a:bodyPr>
          <a:lstStyle/>
          <a:p>
            <a:pPr algn="r">
              <a:lnSpc>
                <a:spcPct val="130000"/>
              </a:lnSpc>
            </a:pPr>
            <a:endParaRPr lang="en-US" altLang="zh-CN" sz="1100" dirty="0">
              <a:solidFill>
                <a:schemeClr val="tx1"/>
              </a:solidFill>
              <a:latin typeface="Arial" panose="020B0604020202020204" pitchFamily="34" charset="0"/>
              <a:ea typeface="Microsoft YaHei" panose="020B0503020204020204" pitchFamily="34" charset="-122"/>
            </a:endParaRPr>
          </a:p>
        </p:txBody>
      </p:sp>
      <p:sp>
        <p:nvSpPr>
          <p:cNvPr id="18" name="梯形 17"/>
          <p:cNvSpPr/>
          <p:nvPr>
            <p:custDataLst>
              <p:tags r:id="rId8"/>
            </p:custDataLst>
          </p:nvPr>
        </p:nvSpPr>
        <p:spPr bwMode="auto">
          <a:xfrm flipV="1">
            <a:off x="2079307" y="5692140"/>
            <a:ext cx="880110" cy="46355"/>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solidFill>
              <a:latin typeface="Arial" panose="020B0604020202020204" pitchFamily="34" charset="0"/>
              <a:ea typeface="Microsoft YaHei" panose="020B0503020204020204" pitchFamily="34" charset="-122"/>
            </a:endParaRPr>
          </a:p>
        </p:txBody>
      </p:sp>
      <p:sp>
        <p:nvSpPr>
          <p:cNvPr id="19" name="梯形 18"/>
          <p:cNvSpPr/>
          <p:nvPr>
            <p:custDataLst>
              <p:tags r:id="rId9"/>
            </p:custDataLst>
          </p:nvPr>
        </p:nvSpPr>
        <p:spPr bwMode="auto">
          <a:xfrm>
            <a:off x="2079942" y="4615815"/>
            <a:ext cx="880110" cy="46355"/>
          </a:xfrm>
          <a:prstGeom prst="trapezoid">
            <a:avLst>
              <a:gd name="adj" fmla="val 154634"/>
            </a:avLst>
          </a:prstGeom>
          <a:solidFill>
            <a:schemeClr val="bg1">
              <a:lumMod val="65000"/>
            </a:schemeClr>
          </a:solidFill>
          <a:ln w="19050">
            <a:noFill/>
            <a:round/>
          </a:ln>
        </p:spPr>
        <p:txBody>
          <a:bodyPr wrap="square" lIns="91440" tIns="45720" rIns="91440" bIns="45720" anchor="ctr">
            <a:normAutofit fontScale="25000" lnSpcReduction="20000"/>
          </a:bodyPr>
          <a:lstStyle/>
          <a:p>
            <a:pPr algn="ctr"/>
            <a:endParaRPr>
              <a:solidFill>
                <a:schemeClr val="tx1"/>
              </a:solidFill>
              <a:latin typeface="Arial" panose="020B0604020202020204" pitchFamily="34" charset="0"/>
              <a:ea typeface="Microsoft YaHei" panose="020B0503020204020204" pitchFamily="34" charset="-122"/>
            </a:endParaRPr>
          </a:p>
        </p:txBody>
      </p:sp>
      <p:sp>
        <p:nvSpPr>
          <p:cNvPr id="20" name="矩形 19"/>
          <p:cNvSpPr/>
          <p:nvPr>
            <p:custDataLst>
              <p:tags r:id="rId10"/>
            </p:custDataLst>
          </p:nvPr>
        </p:nvSpPr>
        <p:spPr bwMode="auto">
          <a:xfrm>
            <a:off x="2205037" y="4613275"/>
            <a:ext cx="628650" cy="1125855"/>
          </a:xfrm>
          <a:prstGeom prst="rect">
            <a:avLst/>
          </a:prstGeom>
          <a:solidFill>
            <a:schemeClr val="bg1">
              <a:lumMod val="95000"/>
            </a:schemeClr>
          </a:solidFill>
          <a:ln w="19050">
            <a:noFill/>
            <a:round/>
          </a:ln>
        </p:spPr>
        <p:txBody>
          <a:bodyPr rot="0" spcFirstLastPara="0" vert="horz" wrap="square" lIns="91440" tIns="45720" rIns="91440" bIns="45720" anchor="ctr" anchorCtr="1" forceAA="0" compatLnSpc="1">
            <a:normAutofit/>
          </a:bodyPr>
          <a:lstStyle/>
          <a:p>
            <a:pPr algn="ctr"/>
            <a:r>
              <a:rPr lang="en-US" altLang="zh-CN" sz="2000" b="1" dirty="0">
                <a:solidFill>
                  <a:schemeClr val="dk1">
                    <a:lumMod val="85000"/>
                    <a:lumOff val="15000"/>
                  </a:schemeClr>
                </a:solidFill>
                <a:latin typeface="Arial" panose="020B0604020202020204" pitchFamily="34" charset="0"/>
                <a:ea typeface="Microsoft YaHei" panose="020B0503020204020204" pitchFamily="34" charset="-122"/>
              </a:rPr>
              <a:t>02</a:t>
            </a:r>
          </a:p>
        </p:txBody>
      </p:sp>
      <p:sp>
        <p:nvSpPr>
          <p:cNvPr id="21" name="文本框 20"/>
          <p:cNvSpPr txBox="1"/>
          <p:nvPr>
            <p:custDataLst>
              <p:tags r:id="rId11"/>
            </p:custDataLst>
          </p:nvPr>
        </p:nvSpPr>
        <p:spPr>
          <a:xfrm>
            <a:off x="2970847" y="4686300"/>
            <a:ext cx="3215640" cy="981710"/>
          </a:xfrm>
          <a:prstGeom prst="rect">
            <a:avLst/>
          </a:prstGeom>
          <a:noFill/>
        </p:spPr>
        <p:txBody>
          <a:bodyPr wrap="square" rtlCol="0" anchor="ctr" anchorCtr="0">
            <a:normAutofit fontScale="90000"/>
          </a:bodyPr>
          <a:lstStyle/>
          <a:p>
            <a:pPr lvl="0">
              <a:lnSpc>
                <a:spcPct val="120000"/>
              </a:lnSpc>
            </a:pPr>
            <a:r>
              <a:rPr lang="en-US" altLang="zh-CN" sz="2000" b="1" spc="300">
                <a:solidFill>
                  <a:schemeClr val="lt1"/>
                </a:solidFill>
                <a:latin typeface="Arial" panose="020B0604020202020204" pitchFamily="34" charset="0"/>
                <a:ea typeface="Microsoft YaHei" panose="020B0503020204020204" pitchFamily="34" charset="-122"/>
                <a:sym typeface="+mn-ea"/>
              </a:rPr>
              <a:t>MUHAMMAD FAHEEM</a:t>
            </a:r>
            <a:br>
              <a:rPr lang="en-US" altLang="zh-CN" sz="2000" b="1" spc="300">
                <a:solidFill>
                  <a:schemeClr val="lt1"/>
                </a:solidFill>
                <a:latin typeface="Arial" panose="020B0604020202020204" pitchFamily="34" charset="0"/>
                <a:ea typeface="Microsoft YaHei" panose="020B0503020204020204" pitchFamily="34" charset="-122"/>
                <a:sym typeface="+mn-ea"/>
              </a:rPr>
            </a:br>
            <a:r>
              <a:rPr lang="en-US" altLang="zh-CN" sz="2000" b="1" spc="300">
                <a:solidFill>
                  <a:schemeClr val="lt1"/>
                </a:solidFill>
                <a:latin typeface="Arial" panose="020B0604020202020204" pitchFamily="34" charset="0"/>
                <a:ea typeface="Microsoft YaHei" panose="020B0503020204020204" pitchFamily="34" charset="-122"/>
                <a:sym typeface="+mn-ea"/>
              </a:rPr>
              <a:t>42346</a:t>
            </a:r>
          </a:p>
        </p:txBody>
      </p:sp>
      <p:sp>
        <p:nvSpPr>
          <p:cNvPr id="22" name="文本框 21"/>
          <p:cNvSpPr txBox="1"/>
          <p:nvPr>
            <p:custDataLst>
              <p:tags r:id="rId12"/>
            </p:custDataLst>
          </p:nvPr>
        </p:nvSpPr>
        <p:spPr>
          <a:xfrm>
            <a:off x="1858645" y="1282700"/>
            <a:ext cx="4744720" cy="1294765"/>
          </a:xfrm>
          <a:prstGeom prst="rect">
            <a:avLst/>
          </a:prstGeom>
          <a:noFill/>
        </p:spPr>
        <p:txBody>
          <a:bodyPr wrap="square" lIns="91440" tIns="45720" rIns="91440" bIns="45720" rtlCol="0">
            <a:normAutofit fontScale="90000"/>
          </a:bodyPr>
          <a:lstStyle/>
          <a:p>
            <a:r>
              <a:rPr lang="en-US" altLang="zh-CN" sz="4000" spc="600">
                <a:solidFill>
                  <a:schemeClr val="lt1"/>
                </a:solidFill>
                <a:uFillTx/>
                <a:latin typeface="Arial" panose="020B0604020202020204" pitchFamily="34" charset="0"/>
                <a:ea typeface="汉仪旗黑-85S" panose="00020600040101010101" pitchFamily="18" charset="-122"/>
              </a:rPr>
              <a:t>Group Members</a:t>
            </a: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01</a:t>
            </a:r>
          </a:p>
        </p:txBody>
      </p:sp>
      <p:sp>
        <p:nvSpPr>
          <p:cNvPr id="5" name="标题 4"/>
          <p:cNvSpPr>
            <a:spLocks noGrp="1"/>
          </p:cNvSpPr>
          <p:nvPr>
            <p:ph type="ctrTitle" idx="14"/>
            <p:custDataLst>
              <p:tags r:id="rId3"/>
            </p:custDataLst>
          </p:nvPr>
        </p:nvSpPr>
        <p:spPr>
          <a:xfrm>
            <a:off x="6398895" y="2750185"/>
            <a:ext cx="4241800" cy="1213485"/>
          </a:xfrm>
        </p:spPr>
        <p:txBody>
          <a:bodyPr/>
          <a:lstStyle/>
          <a:p>
            <a:r>
              <a:rPr lang="en-US" altLang="en-US"/>
              <a:t>Introduction</a:t>
            </a:r>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内容占位符 1"/>
          <p:cNvSpPr txBox="1"/>
          <p:nvPr>
            <p:custDataLst>
              <p:tags r:id="rId3"/>
            </p:custDataLst>
          </p:nvPr>
        </p:nvSpPr>
        <p:spPr>
          <a:xfrm>
            <a:off x="608400" y="1491101"/>
            <a:ext cx="10970190" cy="4758499"/>
          </a:xfrm>
          <a:prstGeom prst="rect">
            <a:avLst/>
          </a:prstGeom>
        </p:spPr>
        <p:txBody>
          <a:bodyPr wrap="square">
            <a:normAutofit/>
          </a:bodyPr>
          <a:lst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icrosoft YaHei" panose="020B0503020204020204" pitchFamily="34" charset="-122"/>
                <a:ea typeface="Microsoft YaHei" panose="020B0503020204020204" pitchFamily="3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Microsoft YaHei" panose="020B0503020204020204" pitchFamily="34" charset="-122"/>
                <a:ea typeface="Microsoft YaHei" panose="020B0503020204020204" pitchFamily="3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icrosoft YaHei" panose="020B0503020204020204" pitchFamily="34" charset="-122"/>
                <a:ea typeface="Microsoft YaHei" panose="020B0503020204020204" pitchFamily="3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icrosoft YaHei" panose="020B0503020204020204" pitchFamily="34" charset="-122"/>
                <a:ea typeface="Microsoft YaHei" panose="020B0503020204020204" pitchFamily="3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Microsoft YaHei" panose="020B0503020204020204" pitchFamily="34" charset="-122"/>
                <a:ea typeface="Microsoft YaHei"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000"/>
              </a:spcBef>
            </a:pPr>
            <a:r>
              <a:rPr lang="en-US" altLang="en-US" spc="0">
                <a:solidFill>
                  <a:schemeClr val="tx1"/>
                </a:solidFill>
                <a:latin typeface="Arial" panose="020B0604020202020204" pitchFamily="34" charset="0"/>
              </a:rPr>
              <a:t>This project analyzes how daily lifestyle habits affect human health.</a:t>
            </a:r>
          </a:p>
          <a:p>
            <a:pPr>
              <a:spcBef>
                <a:spcPts val="1000"/>
              </a:spcBef>
            </a:pPr>
            <a:r>
              <a:rPr lang="en-US" altLang="en-US" spc="0">
                <a:solidFill>
                  <a:schemeClr val="tx1"/>
                </a:solidFill>
                <a:latin typeface="Arial" panose="020B0604020202020204" pitchFamily="34" charset="0"/>
              </a:rPr>
              <a:t>The dataset contains information about sleep, exercise, diet, stress, smoking, and health status.</a:t>
            </a:r>
          </a:p>
          <a:p>
            <a:pPr>
              <a:spcBef>
                <a:spcPts val="1000"/>
              </a:spcBef>
            </a:pPr>
            <a:r>
              <a:rPr lang="en-US" altLang="en-US" spc="0">
                <a:solidFill>
                  <a:schemeClr val="tx1"/>
                </a:solidFill>
                <a:latin typeface="Arial" panose="020B0604020202020204" pitchFamily="34" charset="0"/>
              </a:rPr>
              <a:t>The goal is to use data science techniques to understand and predict health conditions.</a:t>
            </a:r>
          </a:p>
        </p:txBody>
      </p:sp>
      <p:sp>
        <p:nvSpPr>
          <p:cNvPr id="3" name="文本框 2"/>
          <p:cNvSpPr txBox="1"/>
          <p:nvPr>
            <p:custDataLst>
              <p:tags r:id="rId4"/>
            </p:custDataLst>
          </p:nvPr>
        </p:nvSpPr>
        <p:spPr>
          <a:xfrm>
            <a:off x="608400" y="608400"/>
            <a:ext cx="10970823" cy="706755"/>
          </a:xfrm>
          <a:prstGeom prst="rect">
            <a:avLst/>
          </a:prstGeom>
        </p:spPr>
        <p:txBody>
          <a:bodyPr vert="horz" wrap="square" lIns="101600" tIns="38100" rIns="76200" bIns="38100" rtlCol="0" anchor="ctr" anchorCtr="0">
            <a:normAutofit/>
          </a:bodyPr>
          <a:lstStyle>
            <a:lvl1pPr marR="0" fontAlgn="auto">
              <a:lnSpc>
                <a:spcPct val="100000"/>
              </a:lnSpc>
              <a:spcBef>
                <a:spcPct val="0"/>
              </a:spcBef>
              <a:buNone/>
              <a:defRPr kumimoji="0" lang="zh-CN" altLang="en-US" sz="3600" b="1" i="0" u="none" strike="noStrike" cap="none" spc="300" normalizeH="0" baseline="0" noProof="1" dirty="0">
                <a:solidFill>
                  <a:schemeClr val="tx1">
                    <a:lumMod val="85000"/>
                    <a:lumOff val="15000"/>
                  </a:schemeClr>
                </a:solidFill>
                <a:uFillTx/>
                <a:latin typeface="Microsoft YaHei" panose="020B0503020204020204" pitchFamily="34" charset="-122"/>
                <a:ea typeface="Microsoft YaHei" panose="020B0503020204020204" pitchFamily="34" charset="-122"/>
                <a:cs typeface="+mj-cs"/>
                <a:sym typeface="+mn-ea"/>
              </a:defRPr>
            </a:lvl1pPr>
          </a:lstStyle>
          <a:p>
            <a:r>
              <a:rPr lang="en-US" altLang="en-US">
                <a:solidFill>
                  <a:schemeClr val="tx1"/>
                </a:solidFill>
                <a:uFillTx/>
                <a:latin typeface="Arial" panose="020B0604020202020204" pitchFamily="34" charset="0"/>
              </a:rPr>
              <a:t>Introduction</a:t>
            </a:r>
          </a:p>
        </p:txBody>
      </p:sp>
      <p:pic>
        <p:nvPicPr>
          <p:cNvPr id="4" name="Picture 3"/>
          <p:cNvPicPr>
            <a:picLocks noChangeAspect="1"/>
          </p:cNvPicPr>
          <p:nvPr/>
        </p:nvPicPr>
        <p:blipFill>
          <a:blip r:embed="rId7"/>
          <a:stretch>
            <a:fillRect/>
          </a:stretch>
        </p:blipFill>
        <p:spPr>
          <a:xfrm>
            <a:off x="452755" y="3397250"/>
            <a:ext cx="11317605" cy="2924175"/>
          </a:xfrm>
          <a:prstGeom prst="rect">
            <a:avLst/>
          </a:prstGeom>
        </p:spPr>
      </p:pic>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02</a:t>
            </a:r>
          </a:p>
        </p:txBody>
      </p:sp>
      <p:sp>
        <p:nvSpPr>
          <p:cNvPr id="5" name="标题 4"/>
          <p:cNvSpPr>
            <a:spLocks noGrp="1"/>
          </p:cNvSpPr>
          <p:nvPr>
            <p:ph type="ctrTitle" idx="14"/>
            <p:custDataLst>
              <p:tags r:id="rId3"/>
            </p:custDataLst>
          </p:nvPr>
        </p:nvSpPr>
        <p:spPr>
          <a:xfrm>
            <a:off x="6398895" y="2750185"/>
            <a:ext cx="4241800" cy="1213485"/>
          </a:xfrm>
        </p:spPr>
        <p:txBody>
          <a:bodyPr>
            <a:normAutofit fontScale="90000"/>
          </a:bodyPr>
          <a:lstStyle/>
          <a:p>
            <a:r>
              <a:rPr lang="en-US" altLang="en-US">
                <a:solidFill>
                  <a:schemeClr val="bg1"/>
                </a:solidFill>
                <a:sym typeface="+mn-ea"/>
              </a:rPr>
              <a:t>Dataset Description</a:t>
            </a: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4" name="矩形 3"/>
          <p:cNvSpPr/>
          <p:nvPr>
            <p:custDataLst>
              <p:tags r:id="rId3"/>
            </p:custDataLst>
          </p:nvPr>
        </p:nvSpPr>
        <p:spPr>
          <a:xfrm>
            <a:off x="0" y="0"/>
            <a:ext cx="12192000" cy="107950"/>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fontScale="25000"/>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pic>
        <p:nvPicPr>
          <p:cNvPr id="5" name="图片 4"/>
          <p:cNvPicPr/>
          <p:nvPr>
            <p:custDataLst>
              <p:tags r:id="rId4"/>
            </p:custDataLst>
          </p:nvPr>
        </p:nvPicPr>
        <p:blipFill>
          <a:blip r:embed="rId9" r:link="rId10"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6" name="图片 5"/>
          <p:cNvPicPr/>
          <p:nvPr>
            <p:custDataLst>
              <p:tags r:id="rId5"/>
            </p:custDataLst>
          </p:nvPr>
        </p:nvPicPr>
        <p:blipFill>
          <a:blip r:embed="rId11" r:link="rId12"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sp>
        <p:nvSpPr>
          <p:cNvPr id="3" name="文本框 2"/>
          <p:cNvSpPr txBox="1"/>
          <p:nvPr>
            <p:custDataLst>
              <p:tags r:id="rId6"/>
            </p:custDataLst>
          </p:nvPr>
        </p:nvSpPr>
        <p:spPr>
          <a:xfrm>
            <a:off x="608400" y="608400"/>
            <a:ext cx="10970823" cy="706755"/>
          </a:xfrm>
          <a:prstGeom prst="rect">
            <a:avLst/>
          </a:prstGeom>
        </p:spPr>
        <p:txBody>
          <a:bodyPr vert="horz" wrap="square" lIns="101600" tIns="38100" rIns="76200" bIns="38100" rtlCol="0" anchor="ctr" anchorCtr="0">
            <a:normAutofit/>
          </a:bodyPr>
          <a:lstStyle>
            <a:lvl1pPr marR="0" fontAlgn="auto">
              <a:lnSpc>
                <a:spcPct val="100000"/>
              </a:lnSpc>
              <a:spcBef>
                <a:spcPct val="0"/>
              </a:spcBef>
              <a:buNone/>
              <a:defRPr kumimoji="0" lang="zh-CN" altLang="en-US" sz="3600" b="1" i="0" u="none" strike="noStrike" cap="none" spc="300" normalizeH="0" baseline="0" noProof="1" dirty="0">
                <a:solidFill>
                  <a:schemeClr val="tx1">
                    <a:lumMod val="85000"/>
                    <a:lumOff val="15000"/>
                  </a:schemeClr>
                </a:solidFill>
                <a:uFillTx/>
                <a:latin typeface="Microsoft YaHei" panose="020B0503020204020204" pitchFamily="34" charset="-122"/>
                <a:ea typeface="Microsoft YaHei" panose="020B0503020204020204" pitchFamily="34" charset="-122"/>
                <a:cs typeface="+mj-cs"/>
                <a:sym typeface="+mn-ea"/>
              </a:defRPr>
            </a:lvl1pPr>
          </a:lstStyle>
          <a:p>
            <a:r>
              <a:rPr lang="en-US" altLang="en-US">
                <a:solidFill>
                  <a:schemeClr val="tx1">
                    <a:lumMod val="85000"/>
                    <a:lumOff val="15000"/>
                  </a:schemeClr>
                </a:solidFill>
                <a:uFillTx/>
                <a:latin typeface="Arial" panose="020B0604020202020204" pitchFamily="34" charset="0"/>
              </a:rPr>
              <a:t>Dataset Description</a:t>
            </a:r>
          </a:p>
        </p:txBody>
      </p:sp>
      <p:sp>
        <p:nvSpPr>
          <p:cNvPr id="2" name="Text Box 1"/>
          <p:cNvSpPr txBox="1"/>
          <p:nvPr/>
        </p:nvSpPr>
        <p:spPr>
          <a:xfrm>
            <a:off x="720090" y="1596073"/>
            <a:ext cx="5080000" cy="4769485"/>
          </a:xfrm>
          <a:prstGeom prst="rect">
            <a:avLst/>
          </a:prstGeom>
        </p:spPr>
        <p:txBody>
          <a:bodyPr>
            <a:spAutoFit/>
          </a:bodyPr>
          <a:lstStyle/>
          <a:p>
            <a:pPr marL="285750" indent="-285750">
              <a:buFont typeface="Arial" panose="020B0604020202020204" pitchFamily="34" charset="0"/>
              <a:buChar char="•"/>
            </a:pPr>
            <a:r>
              <a:rPr lang="en-US" altLang="zh-CN" sz="1600"/>
              <a:t>Age</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Gender</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Sleep Hours</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Exercise Hours</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Diet Type</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Stress Level</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Smoking</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Alcohol Consumption</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BMI</a:t>
            </a:r>
          </a:p>
          <a:p>
            <a:pPr marL="285750" indent="-285750">
              <a:buFont typeface="Arial" panose="020B0604020202020204" pitchFamily="34" charset="0"/>
              <a:buChar char="•"/>
            </a:pPr>
            <a:endParaRPr lang="en-US" altLang="zh-CN" sz="1600"/>
          </a:p>
          <a:p>
            <a:pPr marL="285750" indent="-285750">
              <a:buFont typeface="Arial" panose="020B0604020202020204" pitchFamily="34" charset="0"/>
              <a:buChar char="•"/>
            </a:pPr>
            <a:r>
              <a:rPr lang="en-US" altLang="zh-CN" sz="1600"/>
              <a:t>Health Status</a:t>
            </a:r>
          </a:p>
        </p:txBody>
      </p:sp>
      <p:pic>
        <p:nvPicPr>
          <p:cNvPr id="9" name="Picture 8"/>
          <p:cNvPicPr>
            <a:picLocks noChangeAspect="1"/>
          </p:cNvPicPr>
          <p:nvPr/>
        </p:nvPicPr>
        <p:blipFill>
          <a:blip r:embed="rId13"/>
          <a:stretch>
            <a:fillRect/>
          </a:stretch>
        </p:blipFill>
        <p:spPr>
          <a:xfrm>
            <a:off x="6147435" y="1411605"/>
            <a:ext cx="5324475" cy="4257675"/>
          </a:xfrm>
          <a:prstGeom prst="rect">
            <a:avLst/>
          </a:prstGeom>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03</a:t>
            </a:r>
          </a:p>
        </p:txBody>
      </p:sp>
      <p:sp>
        <p:nvSpPr>
          <p:cNvPr id="5" name="标题 4"/>
          <p:cNvSpPr>
            <a:spLocks noGrp="1"/>
          </p:cNvSpPr>
          <p:nvPr>
            <p:ph type="ctrTitle" idx="14"/>
            <p:custDataLst>
              <p:tags r:id="rId3"/>
            </p:custDataLst>
          </p:nvPr>
        </p:nvSpPr>
        <p:spPr>
          <a:xfrm>
            <a:off x="6398895" y="2750185"/>
            <a:ext cx="4241800" cy="1213485"/>
          </a:xfrm>
        </p:spPr>
        <p:txBody>
          <a:bodyPr>
            <a:normAutofit fontScale="90000"/>
          </a:bodyPr>
          <a:lstStyle/>
          <a:p>
            <a:r>
              <a:rPr lang="en-US" altLang="en-US" b="1" spc="300">
                <a:solidFill>
                  <a:schemeClr val="bg1"/>
                </a:solidFill>
                <a:ea typeface="Microsoft YaHei" panose="020B0503020204020204" pitchFamily="34" charset="-122"/>
                <a:sym typeface="+mn-ea"/>
              </a:rPr>
              <a:t>Problem Statement</a:t>
            </a: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pic>
        <p:nvPicPr>
          <p:cNvPr id="6" name="图片 5"/>
          <p:cNvPicPr/>
          <p:nvPr>
            <p:custDataLst>
              <p:tags r:id="rId3"/>
            </p:custDataLst>
          </p:nvPr>
        </p:nvPicPr>
        <p:blipFill>
          <a:blip r:embed="rId10" r:link="rId11" cstate="print">
            <a:extLst>
              <a:ext uri="{28A0092B-C50C-407E-A947-70E740481C1C}">
                <a14:useLocalDpi xmlns:a14="http://schemas.microsoft.com/office/drawing/2010/main" val="0"/>
              </a:ext>
            </a:extLst>
          </a:blip>
          <a:stretch>
            <a:fillRect/>
          </a:stretch>
        </p:blipFill>
        <p:spPr>
          <a:xfrm>
            <a:off x="0" y="0"/>
            <a:ext cx="720090" cy="649769"/>
          </a:xfrm>
          <a:prstGeom prst="rect">
            <a:avLst/>
          </a:prstGeom>
        </p:spPr>
      </p:pic>
      <p:pic>
        <p:nvPicPr>
          <p:cNvPr id="7" name="图片 6"/>
          <p:cNvPicPr/>
          <p:nvPr>
            <p:custDataLst>
              <p:tags r:id="rId4"/>
            </p:custDataLst>
          </p:nvPr>
        </p:nvPicPr>
        <p:blipFill>
          <a:blip r:embed="rId12" r:link="rId13" cstate="print">
            <a:extLst>
              <a:ext uri="{28A0092B-C50C-407E-A947-70E740481C1C}">
                <a14:useLocalDpi xmlns:a14="http://schemas.microsoft.com/office/drawing/2010/main" val="0"/>
              </a:ext>
            </a:extLst>
          </a:blip>
          <a:stretch>
            <a:fillRect/>
          </a:stretch>
        </p:blipFill>
        <p:spPr>
          <a:xfrm>
            <a:off x="11471910" y="0"/>
            <a:ext cx="720090" cy="512012"/>
          </a:xfrm>
          <a:prstGeom prst="rect">
            <a:avLst/>
          </a:prstGeom>
        </p:spPr>
      </p:pic>
      <p:pic>
        <p:nvPicPr>
          <p:cNvPr id="9" name="图片 8" descr="C:\Users\admin\Desktop\幸全的文件\Pexels类别20191129\商务\仰视 高楼\低角度拍攝, 反射, 商業, 天花板 的 免费素材照片 (2).jpeg低角度拍攝, 反射, 商業, 天花板 的 免费素材照片 (2)"/>
          <p:cNvPicPr/>
          <p:nvPr>
            <p:custDataLst>
              <p:tags r:id="rId5"/>
            </p:custDataLst>
          </p:nvPr>
        </p:nvPicPr>
        <p:blipFill rotWithShape="1">
          <a:blip r:embed="rId14"/>
          <a:srcRect/>
          <a:stretch>
            <a:fillRect/>
          </a:stretch>
        </p:blipFill>
        <p:spPr>
          <a:xfrm>
            <a:off x="6102986" y="777241"/>
            <a:ext cx="5476240" cy="5476240"/>
          </a:xfrm>
          <a:prstGeom prst="rect">
            <a:avLst/>
          </a:prstGeom>
        </p:spPr>
      </p:pic>
      <p:sp>
        <p:nvSpPr>
          <p:cNvPr id="3" name="文本框 2"/>
          <p:cNvSpPr txBox="1"/>
          <p:nvPr>
            <p:custDataLst>
              <p:tags r:id="rId6"/>
            </p:custDataLst>
          </p:nvPr>
        </p:nvSpPr>
        <p:spPr>
          <a:xfrm>
            <a:off x="612775" y="2586990"/>
            <a:ext cx="4876800" cy="3696970"/>
          </a:xfrm>
          <a:prstGeom prst="rect">
            <a:avLst/>
          </a:prstGeom>
          <a:noFill/>
        </p:spPr>
        <p:txBody>
          <a:bodyPr wrap="square" rtlCol="0">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indent="-342900">
              <a:lnSpc>
                <a:spcPct val="150000"/>
              </a:lnSpc>
              <a:spcAft>
                <a:spcPts val="1000"/>
              </a:spcAft>
              <a:buClr>
                <a:schemeClr val="tx1">
                  <a:lumMod val="65000"/>
                  <a:lumOff val="35000"/>
                </a:schemeClr>
              </a:buClr>
              <a:buFont typeface="Wingdings" panose="05000000000000000000" charset="0"/>
              <a:buChar char=""/>
            </a:pPr>
            <a:r>
              <a:rPr lang="en-US" altLang="en-US" sz="1600">
                <a:solidFill>
                  <a:schemeClr val="tx1">
                    <a:lumMod val="65000"/>
                    <a:lumOff val="35000"/>
                  </a:schemeClr>
                </a:solidFill>
                <a:uFillTx/>
                <a:latin typeface="Arial" panose="020B0604020202020204" pitchFamily="34" charset="0"/>
                <a:ea typeface="Microsoft YaHei" panose="020B0503020204020204" pitchFamily="34" charset="-122"/>
                <a:sym typeface="+mn-ea"/>
              </a:rPr>
              <a:t>Unhealthy lifestyle habits are increasing health problems worldwide.</a:t>
            </a:r>
          </a:p>
          <a:p>
            <a:pPr marL="342900" indent="-342900">
              <a:lnSpc>
                <a:spcPct val="150000"/>
              </a:lnSpc>
              <a:spcAft>
                <a:spcPts val="1000"/>
              </a:spcAft>
              <a:buClr>
                <a:schemeClr val="tx1">
                  <a:lumMod val="65000"/>
                  <a:lumOff val="35000"/>
                </a:schemeClr>
              </a:buClr>
              <a:buFont typeface="Wingdings" panose="05000000000000000000" charset="0"/>
              <a:buChar char=""/>
            </a:pPr>
            <a:r>
              <a:rPr lang="en-US" altLang="en-US" sz="1600">
                <a:solidFill>
                  <a:schemeClr val="tx1">
                    <a:lumMod val="65000"/>
                    <a:lumOff val="35000"/>
                  </a:schemeClr>
                </a:solidFill>
                <a:uFillTx/>
                <a:latin typeface="Arial" panose="020B0604020202020204" pitchFamily="34" charset="0"/>
                <a:ea typeface="Microsoft YaHei" panose="020B0503020204020204" pitchFamily="34" charset="-122"/>
                <a:sym typeface="+mn-ea"/>
              </a:rPr>
              <a:t>This project aims to analyze lifestyle data to identify the key factors that affect human health.</a:t>
            </a:r>
          </a:p>
        </p:txBody>
      </p:sp>
      <p:sp>
        <p:nvSpPr>
          <p:cNvPr id="4" name="文本框 3"/>
          <p:cNvSpPr txBox="1"/>
          <p:nvPr>
            <p:custDataLst>
              <p:tags r:id="rId7"/>
            </p:custDataLst>
          </p:nvPr>
        </p:nvSpPr>
        <p:spPr>
          <a:xfrm>
            <a:off x="475615" y="750570"/>
            <a:ext cx="5013960" cy="1529080"/>
          </a:xfrm>
          <a:prstGeom prst="rect">
            <a:avLst/>
          </a:prstGeom>
          <a:noFill/>
        </p:spPr>
        <p:txBody>
          <a:bodyPr wrap="square" rtlCol="0" anchor="b" anchorCtr="0">
            <a:normAutofit/>
          </a:bodyPr>
          <a:lstStyle/>
          <a:p>
            <a:r>
              <a:rPr lang="en-US" altLang="en-US" sz="3600" b="1" spc="300">
                <a:solidFill>
                  <a:schemeClr val="tx1">
                    <a:lumMod val="85000"/>
                    <a:lumOff val="15000"/>
                  </a:schemeClr>
                </a:solidFill>
                <a:uFillTx/>
                <a:latin typeface="Arial" panose="020B0604020202020204" pitchFamily="34" charset="0"/>
                <a:ea typeface="Microsoft YaHei" panose="020B0503020204020204" pitchFamily="34" charset="-122"/>
              </a:rPr>
              <a:t>Problem Statement</a:t>
            </a: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04</a:t>
            </a:r>
          </a:p>
        </p:txBody>
      </p:sp>
      <p:sp>
        <p:nvSpPr>
          <p:cNvPr id="5" name="标题 4"/>
          <p:cNvSpPr>
            <a:spLocks noGrp="1"/>
          </p:cNvSpPr>
          <p:nvPr>
            <p:ph type="ctrTitle" idx="14"/>
            <p:custDataLst>
              <p:tags r:id="rId3"/>
            </p:custDataLst>
          </p:nvPr>
        </p:nvSpPr>
        <p:spPr>
          <a:xfrm>
            <a:off x="6398895" y="2750185"/>
            <a:ext cx="4241800" cy="1213485"/>
          </a:xfrm>
        </p:spPr>
        <p:txBody>
          <a:bodyPr/>
          <a:lstStyle/>
          <a:p>
            <a:r>
              <a:rPr lang="en-US" altLang="en-US" b="1">
                <a:sym typeface="+mn-ea"/>
              </a:rPr>
              <a:t>Objectives</a:t>
            </a:r>
            <a:endParaRPr lang="en-US" altLang="en-US"/>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Text Box 1"/>
          <p:cNvSpPr txBox="1"/>
          <p:nvPr/>
        </p:nvSpPr>
        <p:spPr>
          <a:xfrm>
            <a:off x="6096000" y="1403350"/>
            <a:ext cx="5294630" cy="645160"/>
          </a:xfrm>
          <a:prstGeom prst="rect">
            <a:avLst/>
          </a:prstGeom>
        </p:spPr>
        <p:txBody>
          <a:bodyPr wrap="square">
            <a:spAutoFit/>
          </a:bodyPr>
          <a:lstStyle/>
          <a:p>
            <a:pPr algn="ctr"/>
            <a:r>
              <a:rPr lang="en-US" altLang="en-US" sz="3600" b="1"/>
              <a:t>Objectives</a:t>
            </a:r>
          </a:p>
        </p:txBody>
      </p:sp>
      <p:sp>
        <p:nvSpPr>
          <p:cNvPr id="3" name="Text Box 2"/>
          <p:cNvSpPr txBox="1"/>
          <p:nvPr/>
        </p:nvSpPr>
        <p:spPr>
          <a:xfrm>
            <a:off x="6096000" y="2414270"/>
            <a:ext cx="5803265" cy="2030095"/>
          </a:xfrm>
          <a:prstGeom prst="rect">
            <a:avLst/>
          </a:prstGeom>
          <a:noFill/>
        </p:spPr>
        <p:txBody>
          <a:bodyPr wrap="square" rtlCol="0">
            <a:spAutoFit/>
          </a:bodyPr>
          <a:lstStyle/>
          <a:p>
            <a:pPr marL="285750" indent="-285750" algn="l">
              <a:buFont typeface="Arial" panose="020B0604020202020204" pitchFamily="34" charset="0"/>
              <a:buChar char="•"/>
            </a:pPr>
            <a:r>
              <a:rPr lang="en-US" altLang="en-US"/>
              <a:t>To analyze health and lifestyle data</a:t>
            </a:r>
          </a:p>
          <a:p>
            <a:pPr marL="285750" indent="-285750" algn="l">
              <a:buFont typeface="Arial" panose="020B0604020202020204" pitchFamily="34" charset="0"/>
              <a:buChar char="•"/>
            </a:pPr>
            <a:endParaRPr lang="en-US" altLang="en-US"/>
          </a:p>
          <a:p>
            <a:pPr marL="285750" indent="-285750" algn="l">
              <a:buFont typeface="Arial" panose="020B0604020202020204" pitchFamily="34" charset="0"/>
              <a:buChar char="•"/>
            </a:pPr>
            <a:r>
              <a:rPr lang="en-US" altLang="en-US"/>
              <a:t>To find relationships between habits and health</a:t>
            </a:r>
          </a:p>
          <a:p>
            <a:pPr marL="285750" indent="-285750" algn="l">
              <a:buFont typeface="Arial" panose="020B0604020202020204" pitchFamily="34" charset="0"/>
              <a:buChar char="•"/>
            </a:pPr>
            <a:endParaRPr lang="en-US" altLang="en-US"/>
          </a:p>
          <a:p>
            <a:pPr marL="285750" indent="-285750" algn="l">
              <a:buFont typeface="Arial" panose="020B0604020202020204" pitchFamily="34" charset="0"/>
              <a:buChar char="•"/>
            </a:pPr>
            <a:r>
              <a:rPr lang="en-US" altLang="en-US"/>
              <a:t>To predict health condition using machine learning</a:t>
            </a:r>
          </a:p>
          <a:p>
            <a:pPr marL="285750" indent="-285750" algn="l">
              <a:buFont typeface="Arial" panose="020B0604020202020204" pitchFamily="34" charset="0"/>
              <a:buChar char="•"/>
            </a:pPr>
            <a:endParaRPr lang="en-US" altLang="en-US"/>
          </a:p>
          <a:p>
            <a:pPr marL="285750" indent="-285750" algn="l">
              <a:buFont typeface="Arial" panose="020B0604020202020204" pitchFamily="34" charset="0"/>
              <a:buChar char="•"/>
            </a:pPr>
            <a:r>
              <a:rPr lang="en-US" altLang="en-US"/>
              <a:t>To help people improve their lifestyle</a:t>
            </a:r>
          </a:p>
        </p:txBody>
      </p:sp>
      <p:pic>
        <p:nvPicPr>
          <p:cNvPr id="4" name="Picture 3"/>
          <p:cNvPicPr>
            <a:picLocks noChangeAspect="1"/>
          </p:cNvPicPr>
          <p:nvPr/>
        </p:nvPicPr>
        <p:blipFill>
          <a:blip r:embed="rId4"/>
          <a:stretch>
            <a:fillRect/>
          </a:stretch>
        </p:blipFill>
        <p:spPr>
          <a:xfrm>
            <a:off x="381000" y="901065"/>
            <a:ext cx="5715000" cy="5007610"/>
          </a:xfrm>
          <a:prstGeom prst="rect">
            <a:avLst/>
          </a:prstGeom>
        </p:spPr>
      </p:pic>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05</a:t>
            </a:r>
          </a:p>
        </p:txBody>
      </p:sp>
      <p:sp>
        <p:nvSpPr>
          <p:cNvPr id="5" name="标题 4"/>
          <p:cNvSpPr>
            <a:spLocks noGrp="1"/>
          </p:cNvSpPr>
          <p:nvPr>
            <p:ph type="ctrTitle" idx="14"/>
            <p:custDataLst>
              <p:tags r:id="rId3"/>
            </p:custDataLst>
          </p:nvPr>
        </p:nvSpPr>
        <p:spPr>
          <a:xfrm>
            <a:off x="6398895" y="2750185"/>
            <a:ext cx="4241800" cy="1213485"/>
          </a:xfrm>
        </p:spPr>
        <p:txBody>
          <a:bodyPr>
            <a:normAutofit fontScale="90000"/>
          </a:bodyPr>
          <a:lstStyle/>
          <a:p>
            <a:r>
              <a:rPr lang="en-US" altLang="zh-CN" b="1">
                <a:sym typeface="+mn-ea"/>
              </a:rPr>
              <a:t>Data Preprocessing</a:t>
            </a:r>
            <a:endParaRPr lang="en-US" altLang="en-US"/>
          </a:p>
        </p:txBody>
      </p: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Text Box 1"/>
          <p:cNvSpPr txBox="1"/>
          <p:nvPr/>
        </p:nvSpPr>
        <p:spPr>
          <a:xfrm>
            <a:off x="606425" y="1870393"/>
            <a:ext cx="5080000" cy="645160"/>
          </a:xfrm>
          <a:prstGeom prst="rect">
            <a:avLst/>
          </a:prstGeom>
        </p:spPr>
        <p:txBody>
          <a:bodyPr>
            <a:spAutoFit/>
          </a:bodyPr>
          <a:lstStyle/>
          <a:p>
            <a:r>
              <a:rPr lang="en-US" altLang="zh-CN" sz="3600" b="1"/>
              <a:t>Data Preprocessing</a:t>
            </a:r>
          </a:p>
        </p:txBody>
      </p:sp>
      <p:sp>
        <p:nvSpPr>
          <p:cNvPr id="3" name="Text Box 2"/>
          <p:cNvSpPr txBox="1"/>
          <p:nvPr/>
        </p:nvSpPr>
        <p:spPr>
          <a:xfrm>
            <a:off x="397510" y="2988310"/>
            <a:ext cx="5698490" cy="2584450"/>
          </a:xfrm>
          <a:prstGeom prst="rect">
            <a:avLst/>
          </a:prstGeom>
          <a:noFill/>
        </p:spPr>
        <p:txBody>
          <a:bodyPr wrap="square" rtlCol="0">
            <a:spAutoFit/>
          </a:bodyPr>
          <a:lstStyle/>
          <a:p>
            <a:r>
              <a:rPr lang="en-US" altLang="en-US"/>
              <a:t>The data was cleaned and prepared by:</a:t>
            </a:r>
          </a:p>
          <a:p>
            <a:endParaRPr lang="en-US" altLang="en-US"/>
          </a:p>
          <a:p>
            <a:pPr marL="285750" indent="-285750">
              <a:buFont typeface="Arial" panose="020B0604020202020204" pitchFamily="34" charset="0"/>
              <a:buChar char="•"/>
            </a:pPr>
            <a:r>
              <a:rPr lang="en-US" altLang="en-US"/>
              <a:t>Removing missing values</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Encoding categorical variables</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Normalizing numeric values</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Removing outliers</a:t>
            </a:r>
          </a:p>
        </p:txBody>
      </p:sp>
      <p:pic>
        <p:nvPicPr>
          <p:cNvPr id="4" name="Picture 3"/>
          <p:cNvPicPr>
            <a:picLocks noChangeAspect="1"/>
          </p:cNvPicPr>
          <p:nvPr/>
        </p:nvPicPr>
        <p:blipFill>
          <a:blip r:embed="rId4"/>
          <a:stretch>
            <a:fillRect/>
          </a:stretch>
        </p:blipFill>
        <p:spPr>
          <a:xfrm>
            <a:off x="6228080" y="598170"/>
            <a:ext cx="5365750" cy="5506085"/>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06</a:t>
            </a:r>
          </a:p>
        </p:txBody>
      </p:sp>
      <p:sp>
        <p:nvSpPr>
          <p:cNvPr id="5" name="标题 4"/>
          <p:cNvSpPr>
            <a:spLocks noGrp="1"/>
          </p:cNvSpPr>
          <p:nvPr>
            <p:ph type="ctrTitle" idx="14"/>
            <p:custDataLst>
              <p:tags r:id="rId3"/>
            </p:custDataLst>
          </p:nvPr>
        </p:nvSpPr>
        <p:spPr>
          <a:xfrm>
            <a:off x="6398895" y="2750185"/>
            <a:ext cx="4241800" cy="1213485"/>
          </a:xfrm>
        </p:spPr>
        <p:txBody>
          <a:bodyPr>
            <a:normAutofit fontScale="90000"/>
          </a:bodyPr>
          <a:lstStyle/>
          <a:p>
            <a:r>
              <a:rPr lang="en-US" altLang="zh-CN" b="1">
                <a:sym typeface="+mn-ea"/>
              </a:rPr>
              <a:t>Exploratory Data Analysis</a:t>
            </a:r>
            <a:endParaRPr lang="en-US" altLang="en-US"/>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Text Box 1"/>
          <p:cNvSpPr txBox="1"/>
          <p:nvPr/>
        </p:nvSpPr>
        <p:spPr>
          <a:xfrm>
            <a:off x="2813050" y="894715"/>
            <a:ext cx="6363970" cy="645160"/>
          </a:xfrm>
          <a:prstGeom prst="rect">
            <a:avLst/>
          </a:prstGeom>
        </p:spPr>
        <p:txBody>
          <a:bodyPr wrap="square">
            <a:spAutoFit/>
          </a:bodyPr>
          <a:lstStyle/>
          <a:p>
            <a:r>
              <a:rPr lang="en-US" altLang="zh-CN" sz="3600" b="1"/>
              <a:t>Exploratory Data Analysis</a:t>
            </a:r>
          </a:p>
        </p:txBody>
      </p:sp>
      <p:sp>
        <p:nvSpPr>
          <p:cNvPr id="3" name="Text Box 2"/>
          <p:cNvSpPr txBox="1"/>
          <p:nvPr/>
        </p:nvSpPr>
        <p:spPr>
          <a:xfrm>
            <a:off x="5432425" y="2253615"/>
            <a:ext cx="5262880" cy="2584450"/>
          </a:xfrm>
          <a:prstGeom prst="rect">
            <a:avLst/>
          </a:prstGeom>
          <a:noFill/>
        </p:spPr>
        <p:txBody>
          <a:bodyPr wrap="square" rtlCol="0">
            <a:spAutoFit/>
          </a:bodyPr>
          <a:lstStyle/>
          <a:p>
            <a:r>
              <a:rPr lang="en-US" altLang="en-US"/>
              <a:t>We analyzed:</a:t>
            </a:r>
          </a:p>
          <a:p>
            <a:endParaRPr lang="en-US" altLang="en-US"/>
          </a:p>
          <a:p>
            <a:pPr marL="285750" indent="-285750">
              <a:buFont typeface="Arial" panose="020B0604020202020204" pitchFamily="34" charset="0"/>
              <a:buChar char="•"/>
            </a:pPr>
            <a:r>
              <a:rPr lang="en-US" altLang="en-US"/>
              <a:t>Sleep vs Health</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Exercise vs BMI</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Stress vs Health</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Smoking vs Disease</a:t>
            </a:r>
          </a:p>
        </p:txBody>
      </p:sp>
      <p:pic>
        <p:nvPicPr>
          <p:cNvPr id="4" name="Picture 3"/>
          <p:cNvPicPr>
            <a:picLocks noChangeAspect="1"/>
          </p:cNvPicPr>
          <p:nvPr/>
        </p:nvPicPr>
        <p:blipFill>
          <a:blip r:embed="rId4"/>
          <a:stretch>
            <a:fillRect/>
          </a:stretch>
        </p:blipFill>
        <p:spPr>
          <a:xfrm>
            <a:off x="417830" y="1727835"/>
            <a:ext cx="4629150" cy="3776345"/>
          </a:xfrm>
          <a:prstGeom prst="rect">
            <a:avLst/>
          </a:prstGeom>
        </p:spPr>
      </p:pic>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07</a:t>
            </a:r>
          </a:p>
        </p:txBody>
      </p:sp>
      <p:sp>
        <p:nvSpPr>
          <p:cNvPr id="5" name="标题 4"/>
          <p:cNvSpPr>
            <a:spLocks noGrp="1"/>
          </p:cNvSpPr>
          <p:nvPr>
            <p:ph type="ctrTitle" idx="14"/>
            <p:custDataLst>
              <p:tags r:id="rId3"/>
            </p:custDataLst>
          </p:nvPr>
        </p:nvSpPr>
        <p:spPr>
          <a:xfrm>
            <a:off x="6398895" y="2750185"/>
            <a:ext cx="4241800" cy="1213485"/>
          </a:xfrm>
        </p:spPr>
        <p:txBody>
          <a:bodyPr>
            <a:normAutofit fontScale="90000"/>
          </a:bodyPr>
          <a:lstStyle/>
          <a:p>
            <a:r>
              <a:rPr lang="en-US" altLang="zh-CN" b="1">
                <a:sym typeface="+mn-ea"/>
              </a:rPr>
              <a:t>Machine Learning Model</a:t>
            </a:r>
            <a:endParaRPr lang="en-US" altLang="en-US"/>
          </a:p>
        </p:txBody>
      </p: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Text Box 1"/>
          <p:cNvSpPr txBox="1"/>
          <p:nvPr/>
        </p:nvSpPr>
        <p:spPr>
          <a:xfrm>
            <a:off x="637540" y="1547495"/>
            <a:ext cx="6405880" cy="645160"/>
          </a:xfrm>
          <a:prstGeom prst="rect">
            <a:avLst/>
          </a:prstGeom>
        </p:spPr>
        <p:txBody>
          <a:bodyPr wrap="square">
            <a:spAutoFit/>
          </a:bodyPr>
          <a:lstStyle/>
          <a:p>
            <a:r>
              <a:rPr lang="en-US" altLang="zh-CN" sz="3600" b="1"/>
              <a:t>Machine Learning Model</a:t>
            </a:r>
          </a:p>
        </p:txBody>
      </p:sp>
      <p:sp>
        <p:nvSpPr>
          <p:cNvPr id="3" name="Text Box 2"/>
          <p:cNvSpPr txBox="1"/>
          <p:nvPr/>
        </p:nvSpPr>
        <p:spPr>
          <a:xfrm>
            <a:off x="508000" y="2657475"/>
            <a:ext cx="5986145" cy="3127375"/>
          </a:xfrm>
          <a:prstGeom prst="rect">
            <a:avLst/>
          </a:prstGeom>
          <a:noFill/>
        </p:spPr>
        <p:txBody>
          <a:bodyPr wrap="square" rtlCol="0">
            <a:noAutofit/>
          </a:bodyPr>
          <a:lstStyle/>
          <a:p>
            <a:r>
              <a:rPr lang="en-US" altLang="en-US"/>
              <a:t>We used models such as:</a:t>
            </a:r>
          </a:p>
          <a:p>
            <a:endParaRPr lang="en-US" altLang="en-US"/>
          </a:p>
          <a:p>
            <a:pPr marL="285750" indent="-285750">
              <a:buFont typeface="Arial" panose="020B0604020202020204" pitchFamily="34" charset="0"/>
              <a:buChar char="•"/>
            </a:pPr>
            <a:r>
              <a:rPr lang="en-US" altLang="en-US"/>
              <a:t>Logistic Regression</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K-Nearest Neighbors</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Decision Tree</a:t>
            </a:r>
          </a:p>
          <a:p>
            <a:endParaRPr lang="en-US" altLang="en-US"/>
          </a:p>
          <a:p>
            <a:r>
              <a:rPr lang="en-US" altLang="en-US"/>
              <a:t>These models predict whether a person is Healthy or Unhealthy.</a:t>
            </a:r>
          </a:p>
        </p:txBody>
      </p:sp>
      <p:pic>
        <p:nvPicPr>
          <p:cNvPr id="6" name="Picture 5"/>
          <p:cNvPicPr>
            <a:picLocks noChangeAspect="1"/>
          </p:cNvPicPr>
          <p:nvPr/>
        </p:nvPicPr>
        <p:blipFill>
          <a:blip r:embed="rId4"/>
          <a:stretch>
            <a:fillRect/>
          </a:stretch>
        </p:blipFill>
        <p:spPr>
          <a:xfrm>
            <a:off x="6412865" y="2099310"/>
            <a:ext cx="5300980" cy="424370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08</a:t>
            </a:r>
          </a:p>
        </p:txBody>
      </p:sp>
      <p:sp>
        <p:nvSpPr>
          <p:cNvPr id="5" name="标题 4"/>
          <p:cNvSpPr>
            <a:spLocks noGrp="1"/>
          </p:cNvSpPr>
          <p:nvPr>
            <p:ph type="ctrTitle" idx="14"/>
            <p:custDataLst>
              <p:tags r:id="rId3"/>
            </p:custDataLst>
          </p:nvPr>
        </p:nvSpPr>
        <p:spPr>
          <a:xfrm>
            <a:off x="6398895" y="2750185"/>
            <a:ext cx="4241800" cy="1213485"/>
          </a:xfrm>
        </p:spPr>
        <p:txBody>
          <a:bodyPr/>
          <a:lstStyle/>
          <a:p>
            <a:r>
              <a:rPr lang="en-US" altLang="en-US"/>
              <a:t>Results</a:t>
            </a: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143485" y="149504"/>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Text Box 1"/>
          <p:cNvSpPr txBox="1"/>
          <p:nvPr/>
        </p:nvSpPr>
        <p:spPr>
          <a:xfrm>
            <a:off x="459105" y="1562418"/>
            <a:ext cx="5080000" cy="645160"/>
          </a:xfrm>
          <a:prstGeom prst="rect">
            <a:avLst/>
          </a:prstGeom>
        </p:spPr>
        <p:txBody>
          <a:bodyPr>
            <a:spAutoFit/>
          </a:bodyPr>
          <a:lstStyle/>
          <a:p>
            <a:r>
              <a:rPr lang="en-US" altLang="zh-CN" sz="3600" b="1"/>
              <a:t>Results</a:t>
            </a:r>
          </a:p>
        </p:txBody>
      </p:sp>
      <p:sp>
        <p:nvSpPr>
          <p:cNvPr id="3" name="Text Box 2"/>
          <p:cNvSpPr txBox="1"/>
          <p:nvPr/>
        </p:nvSpPr>
        <p:spPr>
          <a:xfrm>
            <a:off x="287655" y="2668905"/>
            <a:ext cx="5422900" cy="2030095"/>
          </a:xfrm>
          <a:prstGeom prst="rect">
            <a:avLst/>
          </a:prstGeom>
          <a:noFill/>
        </p:spPr>
        <p:txBody>
          <a:bodyPr wrap="square" rtlCol="0">
            <a:spAutoFit/>
          </a:bodyPr>
          <a:lstStyle/>
          <a:p>
            <a:r>
              <a:rPr lang="en-US" altLang="en-US"/>
              <a:t>The model showed:</a:t>
            </a:r>
          </a:p>
          <a:p>
            <a:endParaRPr lang="en-US" altLang="en-US"/>
          </a:p>
          <a:p>
            <a:pPr marL="285750" indent="-285750">
              <a:buFont typeface="Arial" panose="020B0604020202020204" pitchFamily="34" charset="0"/>
              <a:buChar char="•"/>
            </a:pPr>
            <a:r>
              <a:rPr lang="en-US" altLang="en-US"/>
              <a:t>Higher sleep and exercise lead to better health</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Smoking and high stress lead to poor health</a:t>
            </a:r>
          </a:p>
          <a:p>
            <a:pPr marL="285750" indent="-285750">
              <a:buFont typeface="Arial" panose="020B0604020202020204" pitchFamily="34" charset="0"/>
              <a:buChar char="•"/>
            </a:pPr>
            <a:endParaRPr lang="en-US" altLang="en-US"/>
          </a:p>
          <a:p>
            <a:pPr marL="285750" indent="-285750">
              <a:buFont typeface="Arial" panose="020B0604020202020204" pitchFamily="34" charset="0"/>
              <a:buChar char="•"/>
            </a:pPr>
            <a:r>
              <a:rPr lang="en-US" altLang="en-US"/>
              <a:t>Good accuracy in health prediction</a:t>
            </a:r>
          </a:p>
        </p:txBody>
      </p:sp>
      <p:pic>
        <p:nvPicPr>
          <p:cNvPr id="6" name="Picture 5"/>
          <p:cNvPicPr>
            <a:picLocks noChangeAspect="1"/>
          </p:cNvPicPr>
          <p:nvPr/>
        </p:nvPicPr>
        <p:blipFill>
          <a:blip r:embed="rId4"/>
          <a:stretch>
            <a:fillRect/>
          </a:stretch>
        </p:blipFill>
        <p:spPr>
          <a:xfrm>
            <a:off x="5838190" y="2586990"/>
            <a:ext cx="5791200" cy="3679190"/>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14"/>
          <p:cNvSpPr txBox="1">
            <a:spLocks noChangeArrowheads="1"/>
          </p:cNvSpPr>
          <p:nvPr>
            <p:custDataLst>
              <p:tags r:id="rId2"/>
            </p:custDataLst>
          </p:nvPr>
        </p:nvSpPr>
        <p:spPr bwMode="auto">
          <a:xfrm>
            <a:off x="3599498" y="2750185"/>
            <a:ext cx="2560955" cy="13576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chorCtr="0">
            <a:normAutofit/>
          </a:bodyPr>
          <a:lstStyle>
            <a:lvl1pPr>
              <a:defRPr>
                <a:solidFill>
                  <a:schemeClr val="tx1"/>
                </a:solidFill>
                <a:latin typeface="Calibri" panose="020F0502020204030204" charset="0"/>
                <a:ea typeface="SimSun" panose="02010600030101010101" pitchFamily="2" charset="-122"/>
              </a:defRPr>
            </a:lvl1pPr>
            <a:lvl2pPr marL="742950" indent="-285750">
              <a:defRPr>
                <a:solidFill>
                  <a:schemeClr val="tx1"/>
                </a:solidFill>
                <a:latin typeface="Calibri" panose="020F0502020204030204" charset="0"/>
                <a:ea typeface="SimSun" panose="02010600030101010101" pitchFamily="2" charset="-122"/>
              </a:defRPr>
            </a:lvl2pPr>
            <a:lvl3pPr marL="1143000" indent="-228600">
              <a:defRPr>
                <a:solidFill>
                  <a:schemeClr val="tx1"/>
                </a:solidFill>
                <a:latin typeface="Calibri" panose="020F0502020204030204" charset="0"/>
                <a:ea typeface="SimSun" panose="02010600030101010101" pitchFamily="2" charset="-122"/>
              </a:defRPr>
            </a:lvl3pPr>
            <a:lvl4pPr marL="1600200" indent="-228600">
              <a:defRPr>
                <a:solidFill>
                  <a:schemeClr val="tx1"/>
                </a:solidFill>
                <a:latin typeface="Calibri" panose="020F0502020204030204" charset="0"/>
                <a:ea typeface="SimSun" panose="02010600030101010101" pitchFamily="2" charset="-122"/>
              </a:defRPr>
            </a:lvl4pPr>
            <a:lvl5pPr marL="2057400" indent="-228600">
              <a:defRPr>
                <a:solidFill>
                  <a:schemeClr val="tx1"/>
                </a:solidFill>
                <a:latin typeface="Calibri" panose="020F0502020204030204" charset="0"/>
                <a:ea typeface="SimSun" panose="02010600030101010101" pitchFamily="2" charset="-122"/>
              </a:defRPr>
            </a:lvl5pPr>
            <a:lvl6pPr marL="2514600" indent="-228600" fontAlgn="base">
              <a:spcBef>
                <a:spcPct val="0"/>
              </a:spcBef>
              <a:spcAft>
                <a:spcPct val="0"/>
              </a:spcAft>
              <a:defRPr>
                <a:solidFill>
                  <a:schemeClr val="tx1"/>
                </a:solidFill>
                <a:latin typeface="Calibri" panose="020F0502020204030204" charset="0"/>
                <a:ea typeface="SimSun" panose="02010600030101010101" pitchFamily="2" charset="-122"/>
              </a:defRPr>
            </a:lvl6pPr>
            <a:lvl7pPr marL="2971800" indent="-228600" fontAlgn="base">
              <a:spcBef>
                <a:spcPct val="0"/>
              </a:spcBef>
              <a:spcAft>
                <a:spcPct val="0"/>
              </a:spcAft>
              <a:defRPr>
                <a:solidFill>
                  <a:schemeClr val="tx1"/>
                </a:solidFill>
                <a:latin typeface="Calibri" panose="020F0502020204030204" charset="0"/>
                <a:ea typeface="SimSun" panose="02010600030101010101" pitchFamily="2" charset="-122"/>
              </a:defRPr>
            </a:lvl7pPr>
            <a:lvl8pPr marL="3429000" indent="-228600" fontAlgn="base">
              <a:spcBef>
                <a:spcPct val="0"/>
              </a:spcBef>
              <a:spcAft>
                <a:spcPct val="0"/>
              </a:spcAft>
              <a:defRPr>
                <a:solidFill>
                  <a:schemeClr val="tx1"/>
                </a:solidFill>
                <a:latin typeface="Calibri" panose="020F0502020204030204" charset="0"/>
                <a:ea typeface="SimSun" panose="02010600030101010101" pitchFamily="2" charset="-122"/>
              </a:defRPr>
            </a:lvl8pPr>
            <a:lvl9pPr marL="3886200" indent="-228600" fontAlgn="base">
              <a:spcBef>
                <a:spcPct val="0"/>
              </a:spcBef>
              <a:spcAft>
                <a:spcPct val="0"/>
              </a:spcAft>
              <a:defRPr>
                <a:solidFill>
                  <a:schemeClr val="tx1"/>
                </a:solidFill>
                <a:latin typeface="Calibri" panose="020F0502020204030204" charset="0"/>
                <a:ea typeface="SimSun" panose="02010600030101010101" pitchFamily="2" charset="-122"/>
              </a:defRPr>
            </a:lvl9pPr>
          </a:lstStyle>
          <a:p>
            <a:pPr marL="0" marR="0" lvl="0" indent="0" algn="ctr" defTabSz="866775" rtl="0" eaLnBrk="1" fontAlgn="base" latinLnBrk="0" hangingPunct="1">
              <a:lnSpc>
                <a:spcPct val="100000"/>
              </a:lnSpc>
              <a:spcBef>
                <a:spcPct val="0"/>
              </a:spcBef>
              <a:spcAft>
                <a:spcPct val="0"/>
              </a:spcAft>
              <a:buClrTx/>
              <a:buSzTx/>
              <a:buFontTx/>
              <a:buNone/>
              <a:defRPr/>
            </a:pPr>
            <a:r>
              <a:rPr kumimoji="0" lang="en-US" altLang="zh-CN" sz="4800" b="0" i="0" kern="0" spc="200" baseline="0" noProof="0">
                <a:ln>
                  <a:noFill/>
                </a:ln>
                <a:solidFill>
                  <a:schemeClr val="lt1"/>
                </a:solidFill>
                <a:effectLst/>
                <a:uLnTx/>
                <a:uFillTx/>
                <a:latin typeface="Arial" panose="020B0604020202020204" pitchFamily="34" charset="0"/>
                <a:ea typeface="Microsoft YaHei" panose="020B0503020204020204" pitchFamily="34" charset="-122"/>
                <a:sym typeface="Arial" panose="020B0604020202020204" pitchFamily="34" charset="0"/>
              </a:rPr>
              <a:t>Part 09</a:t>
            </a:r>
          </a:p>
        </p:txBody>
      </p:sp>
      <p:sp>
        <p:nvSpPr>
          <p:cNvPr id="5" name="标题 4"/>
          <p:cNvSpPr>
            <a:spLocks noGrp="1"/>
          </p:cNvSpPr>
          <p:nvPr>
            <p:ph type="ctrTitle" idx="14"/>
            <p:custDataLst>
              <p:tags r:id="rId3"/>
            </p:custDataLst>
          </p:nvPr>
        </p:nvSpPr>
        <p:spPr>
          <a:xfrm>
            <a:off x="6398895" y="2750185"/>
            <a:ext cx="4241800" cy="1213485"/>
          </a:xfrm>
        </p:spPr>
        <p:txBody>
          <a:bodyPr/>
          <a:lstStyle/>
          <a:p>
            <a:r>
              <a:rPr lang="en-US" altLang="en-US"/>
              <a:t>Conclusion</a:t>
            </a:r>
          </a:p>
        </p:txBody>
      </p:sp>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custDataLst>
              <p:tags r:id="rId2"/>
            </p:custDataLst>
          </p:nvPr>
        </p:nvSpPr>
        <p:spPr>
          <a:xfrm>
            <a:off x="292075" y="303809"/>
            <a:ext cx="11607851" cy="6250382"/>
          </a:xfrm>
          <a:prstGeom prst="rect">
            <a:avLst/>
          </a:prstGeom>
          <a:solidFill>
            <a:schemeClr val="bg2"/>
          </a:solidFill>
          <a:ln w="12700" cap="flat" cmpd="sng" algn="ctr">
            <a:noFill/>
            <a:prstDash val="solid"/>
            <a:miter lim="800000"/>
          </a:ln>
          <a:effectLst/>
          <a:extLst>
            <a:ext uri="{91240B29-F687-4F45-9708-019B960494DF}">
              <a14:hiddenLine xmlns:a14="http://schemas.microsoft.com/office/drawing/2010/main" w="1270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solidFill>
                <a:schemeClr val="lt1"/>
              </a:solidFill>
              <a:latin typeface="Arial" panose="020B0604020202020204" pitchFamily="34" charset="0"/>
              <a:ea typeface="Microsoft YaHei" panose="020B0503020204020204" pitchFamily="34" charset="-122"/>
            </a:endParaRPr>
          </a:p>
        </p:txBody>
      </p:sp>
      <p:sp>
        <p:nvSpPr>
          <p:cNvPr id="2" name="Text Box 1"/>
          <p:cNvSpPr txBox="1"/>
          <p:nvPr/>
        </p:nvSpPr>
        <p:spPr>
          <a:xfrm>
            <a:off x="775970" y="2071688"/>
            <a:ext cx="5080000" cy="645160"/>
          </a:xfrm>
          <a:prstGeom prst="rect">
            <a:avLst/>
          </a:prstGeom>
        </p:spPr>
        <p:txBody>
          <a:bodyPr>
            <a:spAutoFit/>
          </a:bodyPr>
          <a:lstStyle/>
          <a:p>
            <a:r>
              <a:rPr lang="en-US" altLang="zh-CN" sz="3600" b="1"/>
              <a:t>Conclusion</a:t>
            </a:r>
          </a:p>
        </p:txBody>
      </p:sp>
      <p:sp>
        <p:nvSpPr>
          <p:cNvPr id="3" name="Text Box 2"/>
          <p:cNvSpPr txBox="1"/>
          <p:nvPr/>
        </p:nvSpPr>
        <p:spPr>
          <a:xfrm>
            <a:off x="561340" y="3275330"/>
            <a:ext cx="5666740" cy="2310765"/>
          </a:xfrm>
          <a:prstGeom prst="rect">
            <a:avLst/>
          </a:prstGeom>
          <a:noFill/>
        </p:spPr>
        <p:txBody>
          <a:bodyPr wrap="square" rtlCol="0">
            <a:noAutofit/>
          </a:bodyPr>
          <a:lstStyle/>
          <a:p>
            <a:r>
              <a:rPr lang="en-US" altLang="en-US"/>
              <a:t>Healthy lifestyle habits greatly improve health.</a:t>
            </a:r>
          </a:p>
          <a:p>
            <a:endParaRPr lang="en-US" altLang="en-US"/>
          </a:p>
          <a:p>
            <a:r>
              <a:rPr lang="en-US" altLang="en-US"/>
              <a:t>Data science can help predict diseases and improve quality of life.</a:t>
            </a:r>
          </a:p>
        </p:txBody>
      </p:sp>
      <p:pic>
        <p:nvPicPr>
          <p:cNvPr id="8" name="Picture 7"/>
          <p:cNvPicPr>
            <a:picLocks noChangeAspect="1"/>
          </p:cNvPicPr>
          <p:nvPr/>
        </p:nvPicPr>
        <p:blipFill>
          <a:blip r:embed="rId4"/>
          <a:stretch>
            <a:fillRect/>
          </a:stretch>
        </p:blipFill>
        <p:spPr>
          <a:xfrm>
            <a:off x="6421755" y="3275330"/>
            <a:ext cx="5375910" cy="3192145"/>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idx="13"/>
            <p:custDataLst>
              <p:tags r:id="rId2"/>
            </p:custDataLst>
          </p:nvPr>
        </p:nvSpPr>
        <p:spPr>
          <a:xfrm>
            <a:off x="3341687" y="2453640"/>
            <a:ext cx="4359910" cy="1172210"/>
          </a:xfrm>
        </p:spPr>
        <p:txBody>
          <a:bodyPr>
            <a:normAutofit/>
          </a:bodyPr>
          <a:lstStyle/>
          <a:p>
            <a:r>
              <a:rPr lang="en-US" altLang="zh-CN"/>
              <a:t>THANKS</a:t>
            </a:r>
          </a:p>
        </p:txBody>
      </p:sp>
      <p:cxnSp>
        <p:nvCxnSpPr>
          <p:cNvPr id="12" name="Straight Connector 11"/>
          <p:cNvCxnSpPr/>
          <p:nvPr/>
        </p:nvCxnSpPr>
        <p:spPr>
          <a:xfrm flipV="1">
            <a:off x="5357495" y="3821430"/>
            <a:ext cx="4796155" cy="26035"/>
          </a:xfrm>
          <a:prstGeom prst="line">
            <a:avLst/>
          </a:prstGeom>
        </p:spPr>
        <p:style>
          <a:lnRef idx="2">
            <a:schemeClr val="accent1"/>
          </a:lnRef>
          <a:fillRef idx="0">
            <a:srgbClr val="FFFFFF"/>
          </a:fillRef>
          <a:effectRef idx="0">
            <a:srgbClr val="FFFFFF"/>
          </a:effectRef>
          <a:fontRef idx="minor">
            <a:schemeClr val="tx1"/>
          </a:fontRef>
        </p:style>
      </p:cxn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68"/>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68"/>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TEMPLATE_THUMBS_INDEX" val="1、4、7、9、12、15、18、19、20、21、24、27、30、35"/>
  <p:tag name="KSO_WM_TEMPLATE_SUBCATEGORY" val="0"/>
  <p:tag name="KSO_WM_TEMPLATE_MASTER_TYPE" val="1"/>
  <p:tag name="KSO_WM_TEMPLATE_COLOR_TYPE" val="1"/>
  <p:tag name="KSO_WM_TEMPLATE_MASTER_THUMB_INDEX" val="12"/>
  <p:tag name="KSO_WM_TAG_VERSION" val="1.0"/>
  <p:tag name="KSO_WM_BEAUTIFY_FLAG" val="#wm#"/>
  <p:tag name="KSO_WM_TEMPLATE_CATEGORY" val="custom"/>
  <p:tag name="KSO_WM_TEMPLATE_INDEX" val="20204468"/>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 name="KSO_WM_SLIDE_BACKGROUND_MASK_FLAG" val="1"/>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 name="KSO_WM_SLIDE_BACKGROUND_MASK_FLAG" val="1"/>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6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6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7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7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8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1"/>
</p:tagLst>
</file>

<file path=ppt/tags/tag8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1"/>
</p:tagLst>
</file>

<file path=ppt/tags/tag9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1"/>
</p:tagLst>
</file>

<file path=ppt/tags/tag9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1"/>
</p:tagLst>
</file>

<file path=ppt/tags/tag9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1"/>
</p:tagLst>
</file>

<file path=ppt/tags/tag9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SLIDE_BACKGROUND_TYPE" val="general"/>
  <p:tag name="KSO_WM_SLIDE_BK_DARK_LIGHT" val="1"/>
</p:tagLst>
</file>

<file path=ppt/tags/tag9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 name="KSO_WM_SLIDE_BACKGROUND_TYPE" val="frame"/>
  <p:tag name="KSO_WM_SLIDE_BK_DARK_LIGHT" val="1"/>
</p:tagLst>
</file>

<file path=ppt/tags/tag9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9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10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10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 name="KSO_WM_SLIDE_BACKGROUND_TYPE" val="frame"/>
  <p:tag name="KSO_WM_SLIDE_BK_DARK_LIGHT" val="1"/>
</p:tagLst>
</file>

<file path=ppt/tags/tag10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 name="KSO_WM_SLIDE_BACKGROUND_TYPE" val="leftRight"/>
  <p:tag name="KSO_WM_SLIDE_BK_DARK_LIGHT" val="1"/>
</p:tagLst>
</file>

<file path=ppt/tags/tag10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0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 name="KSO_WM_SLIDE_BACKGROUND_TYPE" val="leftRight"/>
  <p:tag name="KSO_WM_SLIDE_BK_DARK_LIGHT" val="1"/>
</p:tagLst>
</file>

<file path=ppt/tags/tag1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 name="KSO_WM_SLIDE_BACKGROUND_TYPE" val="topBottom"/>
  <p:tag name="KSO_WM_SLIDE_BK_DARK_LIGHT" val="1"/>
</p:tagLst>
</file>

<file path=ppt/tags/tag1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 name="KSO_WM_SLIDE_BACKGROUND_TYPE" val="topBottom"/>
  <p:tag name="KSO_WM_SLIDE_BK_DARK_LIGHT" val="1"/>
</p:tagLst>
</file>

<file path=ppt/tags/tag1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 name="KSO_WM_SLIDE_BACKGROUND_TYPE" val="bottomTop"/>
  <p:tag name="KSO_WM_SLIDE_BK_DARK_LIGHT" val="1"/>
</p:tagLst>
</file>

<file path=ppt/tags/tag1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 name="KSO_WM_SLIDE_BACKGROUND_TYPE" val="bottomTop"/>
  <p:tag name="KSO_WM_SLIDE_BK_DARK_LIGHT" val="1"/>
</p:tagLst>
</file>

<file path=ppt/tags/tag1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 name="KSO_WM_SLIDE_BACKGROUND_TYPE" val="navigation"/>
  <p:tag name="KSO_WM_SLIDE_BK_DARK_LIGHT" val="1"/>
</p:tagLst>
</file>

<file path=ppt/tags/tag1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 name="KSO_WM_SLIDE_BACKGROUND_TYPE" val="navigation"/>
  <p:tag name="KSO_WM_SLIDE_BK_DARK_LIGHT" val="1"/>
</p:tagLst>
</file>

<file path=ppt/tags/tag1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 name="KSO_WM_SLIDE_BACKGROUND_TYPE" val="belt"/>
  <p:tag name="KSO_WM_SLIDE_BK_DARK_LIGHT" val="1"/>
</p:tagLst>
</file>

<file path=ppt/tags/tag1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 name="KSO_WM_SLIDE_BACKGROUND_TYPE" val="belt"/>
  <p:tag name="KSO_WM_SLIDE_BK_DARK_LIGHT" val="1"/>
</p:tagLst>
</file>

<file path=ppt/tags/tag147.xml><?xml version="1.0" encoding="utf-8"?>
<p:tagLst xmlns:a="http://schemas.openxmlformats.org/drawingml/2006/main" xmlns:r="http://schemas.openxmlformats.org/officeDocument/2006/relationships" xmlns:p="http://schemas.openxmlformats.org/presentationml/2006/main">
  <p:tag name="KSO_WM_TEMPLATE_THUMBS_INDEX" val="1、4、7、9、12、15、18、19、20、21、24、27、30、35"/>
  <p:tag name="KSO_WM_SLIDE_ID" val="custom20204468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4468"/>
  <p:tag name="KSO_WM_SLIDE_LAYOUT" val="a_b"/>
  <p:tag name="KSO_WM_SLIDE_LAYOUT_CNT" val="1_3"/>
</p:tagLst>
</file>

<file path=ppt/tags/tag1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custom20204468_1*i*1"/>
  <p:tag name="KSO_WM_TEMPLATE_CATEGORY" val="custom"/>
  <p:tag name="KSO_WM_TEMPLATE_INDEX" val="20204468"/>
  <p:tag name="KSO_WM_UNIT_LAYERLEVEL" val="1"/>
  <p:tag name="KSO_WM_TAG_VERSION" val="1.0"/>
  <p:tag name="KSO_WM_BEAUTIFY_FLAG" val="#wm#"/>
</p:tagLst>
</file>

<file path=ppt/tags/tag149.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1*a*1"/>
  <p:tag name="KSO_WM_TEMPLATE_CATEGORY" val="custom"/>
  <p:tag name="KSO_WM_TEMPLATE_INDEX" val="20204468"/>
  <p:tag name="KSO_WM_UNIT_LAYERLEVEL" val="1"/>
  <p:tag name="KSO_WM_TAG_VERSION" val="1.0"/>
  <p:tag name="KSO_WM_BEAUTIFY_FLAG" val="#wm#"/>
  <p:tag name="KSO_WM_UNIT_PRESET_TEXT" val="BUSINESS"/>
</p:tagLst>
</file>

<file path=ppt/tags/tag150.xml><?xml version="1.0" encoding="utf-8"?>
<p:tagLst xmlns:a="http://schemas.openxmlformats.org/drawingml/2006/main" xmlns:r="http://schemas.openxmlformats.org/officeDocument/2006/relationships" xmlns:p="http://schemas.openxmlformats.org/presentationml/2006/main">
  <p:tag name="KSO_WM_TEMPLATE_THUMBS_INDEX" val="1、2、3、4、5"/>
  <p:tag name="KSO_WM_SLIDE_ID" val="custom20204468_2"/>
  <p:tag name="KSO_WM_TEMPLATE_SUBCATEGORY" val="0"/>
  <p:tag name="KSO_WM_TEMPLATE_MASTER_TYPE" val="1"/>
  <p:tag name="KSO_WM_TEMPLATE_COLOR_TYPE" val="1"/>
  <p:tag name="KSO_WM_SLIDE_TYPE" val="contents"/>
  <p:tag name="KSO_WM_SLIDE_SUBTYPE" val="diag"/>
  <p:tag name="KSO_WM_SLIDE_ITEM_CNT" val="2"/>
  <p:tag name="KSO_WM_SLIDE_INDEX" val="2"/>
  <p:tag name="KSO_WM_DIAGRAM_GROUP_CODE" val="l1-1"/>
  <p:tag name="KSO_WM_SLIDE_DIAGTYPE" val="l"/>
  <p:tag name="KSO_WM_TAG_VERSION" val="1.0"/>
  <p:tag name="KSO_WM_BEAUTIFY_FLAG" val="#wm#"/>
  <p:tag name="KSO_WM_TEMPLATE_CATEGORY" val="custom"/>
  <p:tag name="KSO_WM_TEMPLATE_INDEX" val="20204468"/>
  <p:tag name="KSO_WM_SLIDE_LAYOUT" val="a_l"/>
  <p:tag name="KSO_WM_SLIDE_LAYOUT_CNT" val="1_1"/>
</p:tagLst>
</file>

<file path=ppt/tags/tag1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3"/>
  <p:tag name="KSO_WM_UNIT_ID" val="custom20204468_2*l_h_i*1_1_3"/>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4468_2*l_h_i*1_1_2"/>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4468_2*l_h_i*1_1_1"/>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1_1"/>
  <p:tag name="KSO_WM_UNIT_ID" val="custom20204468_2*l_h_i*1_1_1"/>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5.xml><?xml version="1.0" encoding="utf-8"?>
<p:tagLst xmlns:a="http://schemas.openxmlformats.org/drawingml/2006/main" xmlns:r="http://schemas.openxmlformats.org/officeDocument/2006/relationships" xmlns:p="http://schemas.openxmlformats.org/presentationml/2006/main">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4468_2*l_h_f*1_1_1"/>
  <p:tag name="KSO_WM_TEMPLATE_CATEGORY" val="custom"/>
  <p:tag name="KSO_WM_TEMPLATE_INDEX" val="20204468"/>
  <p:tag name="KSO_WM_UNIT_LAYERLEVEL" val="1_1_1"/>
  <p:tag name="KSO_WM_TAG_VERSION" val="1.0"/>
  <p:tag name="KSO_WM_BEAUTIFY_FLAG" val="#wm#"/>
  <p:tag name="KSO_WM_UNIT_PRESET_TEXT" val="Click here to add text."/>
  <p:tag name="KSO_WM_DIAGRAM_VIRTUALLY_FRAME" val="{&quot;height&quot;:219.8,&quot;left&quot;:146.32496062992124,&quot;top&quot;:232.1,&quot;width&quot;:347.35}"/>
</p:tagLst>
</file>

<file path=ppt/tags/tag1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3"/>
  <p:tag name="KSO_WM_UNIT_ID" val="custom20204468_2*l_h_i*1_2_3"/>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4468_2*l_h_i*1_2_2"/>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4468_2*l_h_i*1_2_1"/>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SUBTYPE" val="d"/>
  <p:tag name="KSO_WM_UNIT_TYPE" val="l_h_i"/>
  <p:tag name="KSO_WM_UNIT_INDEX" val="1_2_1"/>
  <p:tag name="KSO_WM_UNIT_ID" val="custom20204468_2*l_h_i*1_2_1"/>
  <p:tag name="KSO_WM_TEMPLATE_CATEGORY" val="custom"/>
  <p:tag name="KSO_WM_TEMPLATE_INDEX" val="20204468"/>
  <p:tag name="KSO_WM_UNIT_LAYERLEVEL" val="1_1_1"/>
  <p:tag name="KSO_WM_TAG_VERSION" val="1.0"/>
  <p:tag name="KSO_WM_BEAUTIFY_FLAG" val="#wm#"/>
  <p:tag name="KSO_WM_DIAGRAM_VIRTUALLY_FRAME" val="{&quot;height&quot;:219.8,&quot;left&quot;:146.32496062992124,&quot;top&quot;:232.1,&quot;width&quot;:347.35}"/>
</p:tagLst>
</file>

<file path=ppt/tags/tag160.xml><?xml version="1.0" encoding="utf-8"?>
<p:tagLst xmlns:a="http://schemas.openxmlformats.org/drawingml/2006/main" xmlns:r="http://schemas.openxmlformats.org/officeDocument/2006/relationships" xmlns:p="http://schemas.openxmlformats.org/presentationml/2006/main">
  <p:tag name="KSO_WM_UNIT_NOCLEAR" val="0"/>
  <p:tag name="KSO_WM_UNIT_VALUE" val="22"/>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4468_2*l_h_f*1_2_1"/>
  <p:tag name="KSO_WM_TEMPLATE_CATEGORY" val="custom"/>
  <p:tag name="KSO_WM_TEMPLATE_INDEX" val="20204468"/>
  <p:tag name="KSO_WM_UNIT_LAYERLEVEL" val="1_1_1"/>
  <p:tag name="KSO_WM_TAG_VERSION" val="1.0"/>
  <p:tag name="KSO_WM_BEAUTIFY_FLAG" val="#wm#"/>
  <p:tag name="KSO_WM_UNIT_PRESET_TEXT" val="Click here to add text."/>
  <p:tag name="KSO_WM_DIAGRAM_VIRTUALLY_FRAME" val="{&quot;height&quot;:219.8,&quot;left&quot;:146.32496062992124,&quot;top&quot;:232.1,&quot;width&quot;:347.35}"/>
</p:tagLst>
</file>

<file path=ppt/tags/tag161.xml><?xml version="1.0" encoding="utf-8"?>
<p:tagLst xmlns:a="http://schemas.openxmlformats.org/drawingml/2006/main" xmlns:r="http://schemas.openxmlformats.org/officeDocument/2006/relationships" xmlns:p="http://schemas.openxmlformats.org/presentationml/2006/main">
  <p:tag name="KSO_WM_UNIT_ISCONTENTSTITLE" val="1"/>
  <p:tag name="KSO_WM_UNIT_NOCLEAR" val="0"/>
  <p:tag name="KSO_WM_UNIT_VALUE" val="6"/>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4468_2*a*1"/>
  <p:tag name="KSO_WM_TEMPLATE_CATEGORY" val="custom"/>
  <p:tag name="KSO_WM_TEMPLATE_INDEX" val="20204468"/>
  <p:tag name="KSO_WM_UNIT_LAYERLEVEL" val="1"/>
  <p:tag name="KSO_WM_TAG_VERSION" val="1.0"/>
  <p:tag name="KSO_WM_BEAUTIFY_FLAG" val="#wm#"/>
  <p:tag name="KSO_WM_UNIT_PRESET_TEXT" val="CONTENTS"/>
</p:tagLst>
</file>

<file path=ppt/tags/tag162.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163.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164.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165.xml><?xml version="1.0" encoding="utf-8"?>
<p:tagLst xmlns:a="http://schemas.openxmlformats.org/drawingml/2006/main" xmlns:r="http://schemas.openxmlformats.org/officeDocument/2006/relationships" xmlns:p="http://schemas.openxmlformats.org/presentationml/2006/main">
  <p:tag name="KSO_WM_SLIDE_ID" val="custom20204468_8"/>
  <p:tag name="KSO_WM_TEMPLATE_SUBCATEGORY" val="0"/>
  <p:tag name="KSO_WM_TEMPLATE_MASTER_TYPE" val="1"/>
  <p:tag name="KSO_WM_TEMPLATE_COLOR_TYPE" val="1"/>
  <p:tag name="KSO_WM_SLIDE_TYPE" val="text"/>
  <p:tag name="KSO_WM_SLIDE_SUBTYPE" val="pureTxt"/>
  <p:tag name="KSO_WM_SLIDE_ITEM_CNT" val="0"/>
  <p:tag name="KSO_WM_SLIDE_INDEX" val="8"/>
  <p:tag name="KSO_WM_SLIDE_SIZE" val="863*444"/>
  <p:tag name="KSO_WM_SLIDE_POSITION" val="47*47"/>
  <p:tag name="KSO_WM_TAG_VERSION" val="1.0"/>
  <p:tag name="KSO_WM_BEAUTIFY_FLAG" val="#wm#"/>
  <p:tag name="KSO_WM_TEMPLATE_CATEGORY" val="custom"/>
  <p:tag name="KSO_WM_TEMPLATE_INDEX" val="20204468"/>
  <p:tag name="KSO_WM_SLIDE_LAYOUT" val="a_f"/>
  <p:tag name="KSO_WM_SLIDE_LAYOUT_CNT" val="1_1"/>
</p:tagLst>
</file>

<file path=ppt/tags/tag166.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167.xml><?xml version="1.0" encoding="utf-8"?>
<p:tagLst xmlns:a="http://schemas.openxmlformats.org/drawingml/2006/main" xmlns:r="http://schemas.openxmlformats.org/officeDocument/2006/relationships" xmlns:p="http://schemas.openxmlformats.org/presentationml/2006/main">
  <p:tag name="KSO_WM_UNIT_NOCLEAR" val="0"/>
  <p:tag name="KSO_WM_UNIT_VALUE" val="636"/>
  <p:tag name="KSO_WM_UNIT_HIGHLIGHT" val="0"/>
  <p:tag name="KSO_WM_UNIT_COMPATIBLE" val="0"/>
  <p:tag name="KSO_WM_UNIT_DIAGRAM_ISNUMVISUAL" val="0"/>
  <p:tag name="KSO_WM_UNIT_DIAGRAM_ISREFERUNIT" val="0"/>
  <p:tag name="KSO_WM_UNIT_TYPE" val="f"/>
  <p:tag name="KSO_WM_UNIT_INDEX" val="1"/>
  <p:tag name="KSO_WM_UNIT_ID" val="custom20204468_8*f*1"/>
  <p:tag name="KSO_WM_TEMPLATE_CATEGORY" val="custom"/>
  <p:tag name="KSO_WM_TEMPLATE_INDEX" val="20204468"/>
  <p:tag name="KSO_WM_UNIT_LAYERLEVEL" val="1"/>
  <p:tag name="KSO_WM_TAG_VERSION" val="1.0"/>
  <p:tag name="KSO_WM_BEAUTIFY_FLAG" val="#wm#"/>
  <p:tag name="KSO_WM_UNIT_PRESET_TEXT" val="Click here to add the text, the text is the extraction of your thought, in order to finally demonstrate the good effect of the release, please try to be concise and concise; if necessary, you can add or subtract the text as needed, so that the viewer can accurately understand the message you convey.&#10;Your text has been concise and well-written, but the information is inextricably inextricable and needs to be expressed in more words; but please refine the essence of your thought as much as possible, and express your views appropriately, often with twice the result with half the effort.&#10;In order to make you have a more intuitive feeling of the number of words, and further easy to use, we have marked the most suitable position for you. When the text you enter comes here, it is the best visual effect."/>
</p:tagLst>
</file>

<file path=ppt/tags/tag168.xml><?xml version="1.0" encoding="utf-8"?>
<p:tagLst xmlns:a="http://schemas.openxmlformats.org/drawingml/2006/main" xmlns:r="http://schemas.openxmlformats.org/officeDocument/2006/relationships" xmlns:p="http://schemas.openxmlformats.org/presentationml/2006/main">
  <p:tag name="KSO_WM_UNIT_BLOCK" val="0"/>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4468_8*a*1"/>
  <p:tag name="KSO_WM_TEMPLATE_CATEGORY" val="custom"/>
  <p:tag name="KSO_WM_TEMPLATE_INDEX" val="20204468"/>
  <p:tag name="KSO_WM_UNIT_LAYERLEVEL" val="1"/>
  <p:tag name="KSO_WM_TAG_VERSION" val="1.0"/>
  <p:tag name="KSO_WM_BEAUTIFY_FLAG" val="#wm#"/>
  <p:tag name="KSO_WM_UNIT_PRESET_TEXT" val="Add the title"/>
</p:tagLst>
</file>

<file path=ppt/tags/tag169.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170.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171.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172.xml><?xml version="1.0" encoding="utf-8"?>
<p:tagLst xmlns:a="http://schemas.openxmlformats.org/drawingml/2006/main" xmlns:r="http://schemas.openxmlformats.org/officeDocument/2006/relationships" xmlns:p="http://schemas.openxmlformats.org/presentationml/2006/main">
  <p:tag name="KSO_WM_SLIDE_LAYOUT_INFO" val="{&quot;direction&quot;:0,&quot;horizontalAlign&quot;:-1,&quot;verticalAlign&quot;:-1,&quot;type&quot;:0,&quot;diagramDirection&quot;:0,&quot;canSetOverLayout&quot;:0,&quot;isOverLayout&quot;:0,&quot;margin&quot;:{&quot;left&quot;:1.69,&quot;top&quot;:1.69,&quot;right&quot;:1.69,&quot;bottom&quot;:1.69},&quot;edge&quot;:{&quot;left&quot;:true,&quot;top&quot;:true,&quot;right&quot;:true,&quot;bottom&quot;:true},&quot;backgroundInfo&quot;:[{&quot;type&quot;:&quot;topBottom&quot;,&quot;left&quot;:0.0,&quot;top&quot;:0.0,&quot;right&quot;:0.0,&quot;bottom&quot;:0.0,&quot;leftAbs&quot;:false,&quot;topAbs&quot;:false,&quot;rightAbs&quot;:false,&quot;bottomAbs&quot;:false}]}"/>
  <p:tag name="KSO_WM_SLIDE_BACKGROUND" val="[&quot;topBottom&quot;]"/>
  <p:tag name="KSO_WM_SLIDE_RATIO" val="1.777778"/>
  <p:tag name="KSO_WM_SLIDE_ID" val="custom20204468_9"/>
  <p:tag name="KSO_WM_TEMPLATE_SUBCATEGORY" val="0"/>
  <p:tag name="KSO_WM_TEMPLATE_MASTER_TYPE" val="1"/>
  <p:tag name="KSO_WM_TEMPLATE_COLOR_TYPE" val="1"/>
  <p:tag name="KSO_WM_SLIDE_TYPE" val="text"/>
  <p:tag name="KSO_WM_SLIDE_SUBTYPE" val="picTxt"/>
  <p:tag name="KSO_WM_SLIDE_ITEM_CNT" val="0"/>
  <p:tag name="KSO_WM_SLIDE_INDEX" val="9"/>
  <p:tag name="KSO_WM_SLIDE_SIZE" val="960*491"/>
  <p:tag name="KSO_WM_SLIDE_POSITION" val="0*0"/>
  <p:tag name="KSO_WM_TAG_VERSION" val="1.0"/>
  <p:tag name="KSO_WM_BEAUTIFY_FLAG" val="#wm#"/>
  <p:tag name="KSO_WM_TEMPLATE_CATEGORY" val="custom"/>
  <p:tag name="KSO_WM_TEMPLATE_INDEX" val="20204468"/>
  <p:tag name="KSO_WM_SLIDE_LAYOUT" val="a_d_i"/>
  <p:tag name="KSO_WM_SLIDE_LAYOUT_CNT" val="1_1_1"/>
</p:tagLst>
</file>

<file path=ppt/tags/tag173.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174.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9*i*1"/>
  <p:tag name="KSO_WM_TEMPLATE_CATEGORY" val="custom"/>
  <p:tag name="KSO_WM_TEMPLATE_INDEX" val="20204468"/>
  <p:tag name="KSO_WM_UNIT_BK_DARK_LIGHT" val="2"/>
  <p:tag name="KSO_WM_UNIT_LAYERLEVEL" val="1"/>
  <p:tag name="KSO_WM_TAG_VERSION" val="1.0"/>
  <p:tag name="KSO_WM_BEAUTIFY_FLAG" val="#wm#"/>
</p:tagLst>
</file>

<file path=ppt/tags/tag175.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TYPE" val="i"/>
  <p:tag name="KSO_WM_UNIT_INDEX" val="1"/>
  <p:tag name="KSO_WM_UNIT_ID" val="custom20204468_9*i*1"/>
  <p:tag name="KSO_WM_TEMPLATE_CATEGORY" val="custom"/>
  <p:tag name="KSO_WM_TEMPLATE_INDEX" val="20204468"/>
  <p:tag name="KSO_WM_UNIT_LAYERLEVEL" val="1"/>
  <p:tag name="KSO_WM_TAG_VERSION" val="1.0"/>
  <p:tag name="KSO_WM_BEAUTIFY_FLAG" val="#wm#"/>
</p:tagLst>
</file>

<file path=ppt/tags/tag176.xml><?xml version="1.0" encoding="utf-8"?>
<p:tagLst xmlns:a="http://schemas.openxmlformats.org/drawingml/2006/main" xmlns:r="http://schemas.openxmlformats.org/officeDocument/2006/relationships" xmlns:p="http://schemas.openxmlformats.org/presentationml/2006/main">
  <p:tag name="KSO_WM_SLIDE_BACKGROUND_TYPE" val="topBottom"/>
  <p:tag name="KSO_WM_UNIT_HIGHLIGHT" val="0"/>
  <p:tag name="KSO_WM_UNIT_COMPATIBLE" val="0"/>
  <p:tag name="KSO_WM_UNIT_DIAGRAM_ISNUMVISUAL" val="0"/>
  <p:tag name="KSO_WM_UNIT_DIAGRAM_ISREFERUNIT" val="0"/>
  <p:tag name="KSO_WM_UNIT_TYPE" val="i"/>
  <p:tag name="KSO_WM_UNIT_INDEX" val="2"/>
  <p:tag name="KSO_WM_UNIT_ID" val="custom20204468_9*i*2"/>
  <p:tag name="KSO_WM_TEMPLATE_CATEGORY" val="custom"/>
  <p:tag name="KSO_WM_TEMPLATE_INDEX" val="20204468"/>
  <p:tag name="KSO_WM_UNIT_LAYERLEVEL" val="1"/>
  <p:tag name="KSO_WM_TAG_VERSION" val="1.0"/>
  <p:tag name="KSO_WM_BEAUTIFY_FLAG" val="#wm#"/>
</p:tagLst>
</file>

<file path=ppt/tags/tag177.xml><?xml version="1.0" encoding="utf-8"?>
<p:tagLst xmlns:a="http://schemas.openxmlformats.org/drawingml/2006/main" xmlns:r="http://schemas.openxmlformats.org/officeDocument/2006/relationships" xmlns:p="http://schemas.openxmlformats.org/presentationml/2006/main">
  <p:tag name="KSO_WM_UNIT_BLOCK" val="0"/>
  <p:tag name="KSO_WM_UNIT_ISCONTENTSTITLE" val="0"/>
  <p:tag name="KSO_WM_UNIT_NOCLEAR" val="0"/>
  <p:tag name="KSO_WM_UNIT_VALUE" val="26"/>
  <p:tag name="KSO_WM_UNIT_HIGHLIGHT" val="0"/>
  <p:tag name="KSO_WM_UNIT_COMPATIBLE" val="0"/>
  <p:tag name="KSO_WM_UNIT_DIAGRAM_ISNUMVISUAL" val="0"/>
  <p:tag name="KSO_WM_UNIT_DIAGRAM_ISREFERUNIT" val="0"/>
  <p:tag name="KSO_WM_UNIT_TYPE" val="a"/>
  <p:tag name="KSO_WM_UNIT_INDEX" val="1"/>
  <p:tag name="KSO_WM_UNIT_ID" val="custom20204468_9*a*1"/>
  <p:tag name="KSO_WM_TEMPLATE_CATEGORY" val="custom"/>
  <p:tag name="KSO_WM_TEMPLATE_INDEX" val="20204468"/>
  <p:tag name="KSO_WM_UNIT_LAYERLEVEL" val="1"/>
  <p:tag name="KSO_WM_TAG_VERSION" val="1.0"/>
  <p:tag name="KSO_WM_BEAUTIFY_FLAG" val="#wm#"/>
  <p:tag name="KSO_WM_UNIT_PRESET_TEXT" val="Add the title"/>
</p:tagLst>
</file>

<file path=ppt/tags/tag178.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179.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18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181.xml><?xml version="1.0" encoding="utf-8"?>
<p:tagLst xmlns:a="http://schemas.openxmlformats.org/drawingml/2006/main" xmlns:r="http://schemas.openxmlformats.org/officeDocument/2006/relationships" xmlns:p="http://schemas.openxmlformats.org/presentationml/2006/main">
  <p:tag name="KSO_WM_SLIDE_LAYOUT_INFO" val="{&quot;direction&quot;:0,&quot;horizontalAlign&quot;:-1,&quot;verticalAlign&quot;:-1,&quot;type&quot;:0,&quot;diagramDirection&quot;:0,&quot;canSetOverLayout&quot;:0,&quot;isOverLayout&quot;:0,&quot;margin&quot;:{&quot;left&quot;:1.69,&quot;top&quot;:1.69,&quot;right&quot;:1.69,&quot;bottom&quot;:1.69},&quot;edge&quot;:{&quot;left&quot;:true,&quot;top&quot;:true,&quot;right&quot;:true,&quot;bottom&quot;:true},&quot;backgroundInfo&quot;:[{&quot;type&quot;:&quot;general&quot;,&quot;left&quot;:0.0,&quot;top&quot;:0.0,&quot;right&quot;:0.0,&quot;bottom&quot;:0.0,&quot;leftAbs&quot;:false,&quot;topAbs&quot;:false,&quot;rightAbs&quot;:false,&quot;bottomAbs&quot;:false},{&quot;type&quot;:&quot;frame&quot;,&quot;left&quot;:0.0,&quot;top&quot;:0.0,&quot;right&quot;:0.0,&quot;bottom&quot;:0.0,&quot;leftAbs&quot;:false,&quot;topAbs&quot;:false,&quot;rightAbs&quot;:false,&quot;bottomAbs&quot;:false}]}"/>
  <p:tag name="KSO_WM_SLIDE_BACKGROUND" val="[&quot;general&quot;,&quot;frame&quot;]"/>
  <p:tag name="KSO_WM_SLIDE_RATIO" val="1.777778"/>
  <p:tag name="KSO_WM_SLIDE_ID" val="custom20204468_15"/>
  <p:tag name="KSO_WM_TEMPLATE_SUBCATEGORY" val="0"/>
  <p:tag name="KSO_WM_TEMPLATE_MASTER_TYPE" val="1"/>
  <p:tag name="KSO_WM_TEMPLATE_COLOR_TYPE" val="1"/>
  <p:tag name="KSO_WM_SLIDE_TYPE" val="text"/>
  <p:tag name="KSO_WM_SLIDE_SUBTYPE" val="picTxt"/>
  <p:tag name="KSO_WM_SLIDE_ITEM_CNT" val="0"/>
  <p:tag name="KSO_WM_SLIDE_INDEX" val="15"/>
  <p:tag name="KSO_WM_SLIDE_SIZE" val="959*515"/>
  <p:tag name="KSO_WM_SLIDE_POSITION" val="0*0"/>
  <p:tag name="KSO_WM_TAG_VERSION" val="1.0"/>
  <p:tag name="KSO_WM_BEAUTIFY_FLAG" val="#wm#"/>
  <p:tag name="KSO_WM_TEMPLATE_CATEGORY" val="custom"/>
  <p:tag name="KSO_WM_TEMPLATE_INDEX" val="20204468"/>
  <p:tag name="KSO_WM_SLIDE_LAYOUT" val="a_d_f_i"/>
  <p:tag name="KSO_WM_SLIDE_LAYOUT_CNT" val="1_1_1_1"/>
</p:tagLst>
</file>

<file path=ppt/tags/tag182.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183.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TYPE" val="i"/>
  <p:tag name="KSO_WM_UNIT_INDEX" val="1"/>
  <p:tag name="KSO_WM_UNIT_ID" val="custom20204468_15*i*1"/>
  <p:tag name="KSO_WM_TEMPLATE_CATEGORY" val="custom"/>
  <p:tag name="KSO_WM_TEMPLATE_INDEX" val="20204468"/>
  <p:tag name="KSO_WM_UNIT_LAYERLEVEL" val="1"/>
  <p:tag name="KSO_WM_TAG_VERSION" val="1.0"/>
  <p:tag name="KSO_WM_BEAUTIFY_FLAG" val="#wm#"/>
</p:tagLst>
</file>

<file path=ppt/tags/tag184.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TYPE" val="i"/>
  <p:tag name="KSO_WM_UNIT_INDEX" val="2"/>
  <p:tag name="KSO_WM_UNIT_ID" val="custom20204468_15*i*2"/>
  <p:tag name="KSO_WM_TEMPLATE_CATEGORY" val="custom"/>
  <p:tag name="KSO_WM_TEMPLATE_INDEX" val="20204468"/>
  <p:tag name="KSO_WM_UNIT_LAYERLEVEL" val="1"/>
  <p:tag name="KSO_WM_TAG_VERSION" val="1.0"/>
  <p:tag name="KSO_WM_BEAUTIFY_FLAG" val="#wm#"/>
</p:tagLst>
</file>

<file path=ppt/tags/tag185.xml><?xml version="1.0" encoding="utf-8"?>
<p:tagLst xmlns:a="http://schemas.openxmlformats.org/drawingml/2006/main" xmlns:r="http://schemas.openxmlformats.org/officeDocument/2006/relationships" xmlns:p="http://schemas.openxmlformats.org/presentationml/2006/main">
  <p:tag name="KSO_WM_UNIT_BLOCK" val="0"/>
  <p:tag name="KSO_WM_UNIT_VALUE" val="1520*1520"/>
  <p:tag name="KSO_WM_UNIT_HIGHLIGHT" val="0"/>
  <p:tag name="KSO_WM_UNIT_COMPATIBLE" val="0"/>
  <p:tag name="KSO_WM_UNIT_DIAGRAM_ISNUMVISUAL" val="0"/>
  <p:tag name="KSO_WM_UNIT_DIAGRAM_ISREFERUNIT" val="0"/>
  <p:tag name="KSO_WM_UNIT_TYPE" val="d"/>
  <p:tag name="KSO_WM_UNIT_INDEX" val="1"/>
  <p:tag name="KSO_WM_UNIT_ID" val="custom20204468_15*d*1"/>
  <p:tag name="KSO_WM_TEMPLATE_CATEGORY" val="custom"/>
  <p:tag name="KSO_WM_TEMPLATE_INDEX" val="20204468"/>
  <p:tag name="KSO_WM_UNIT_SUPPORT_UNIT_TYPE" val="[&quot;all&quot;]"/>
  <p:tag name="KSO_WM_UNIT_LAYERLEVEL" val="1"/>
  <p:tag name="KSO_WM_TAG_VERSION" val="1.0"/>
  <p:tag name="KSO_WM_BEAUTIFY_FLAG" val="#wm#"/>
</p:tagLst>
</file>

<file path=ppt/tags/tag186.xml><?xml version="1.0" encoding="utf-8"?>
<p:tagLst xmlns:a="http://schemas.openxmlformats.org/drawingml/2006/main" xmlns:r="http://schemas.openxmlformats.org/officeDocument/2006/relationships" xmlns:p="http://schemas.openxmlformats.org/presentationml/2006/main">
  <p:tag name="KSO_WM_UNIT_BLOCK" val="0"/>
  <p:tag name="KSO_WM_UNIT_NOCLEAR" val="0"/>
  <p:tag name="KSO_WM_UNIT_VALUE" val="230"/>
  <p:tag name="KSO_WM_UNIT_HIGHLIGHT" val="0"/>
  <p:tag name="KSO_WM_UNIT_COMPATIBLE" val="0"/>
  <p:tag name="KSO_WM_UNIT_DIAGRAM_ISNUMVISUAL" val="0"/>
  <p:tag name="KSO_WM_UNIT_DIAGRAM_ISREFERUNIT" val="0"/>
  <p:tag name="KSO_WM_UNIT_TYPE" val="f"/>
  <p:tag name="KSO_WM_UNIT_INDEX" val="1"/>
  <p:tag name="KSO_WM_UNIT_ID" val="custom20204468_15*f*1"/>
  <p:tag name="KSO_WM_TEMPLATE_CATEGORY" val="custom"/>
  <p:tag name="KSO_WM_TEMPLATE_INDEX" val="20204468"/>
  <p:tag name="KSO_WM_UNIT_LAYERLEVEL" val="1"/>
  <p:tag name="KSO_WM_TAG_VERSION" val="1.0"/>
  <p:tag name="KSO_WM_BEAUTIFY_FLAG" val="#wm#"/>
  <p:tag name="KSO_WM_UNIT_PRESET_TEXT" val="Click here to add the text, the text is the refinement of your thought, in order to finally demonstrate the good effect of the release, please try to explain the point of view as succinctly as possible."/>
</p:tagLst>
</file>

<file path=ppt/tags/tag187.xml><?xml version="1.0" encoding="utf-8"?>
<p:tagLst xmlns:a="http://schemas.openxmlformats.org/drawingml/2006/main" xmlns:r="http://schemas.openxmlformats.org/officeDocument/2006/relationships" xmlns:p="http://schemas.openxmlformats.org/presentationml/2006/main">
  <p:tag name="KSO_WM_UNIT_BLOCK" val="0"/>
  <p:tag name="KSO_WM_UNIT_ISCONTENTSTITLE" val="0"/>
  <p:tag name="KSO_WM_UNIT_NOCLEAR" val="0"/>
  <p:tag name="KSO_WM_UNIT_VALUE" val="22"/>
  <p:tag name="KSO_WM_UNIT_HIGHLIGHT" val="0"/>
  <p:tag name="KSO_WM_UNIT_COMPATIBLE" val="0"/>
  <p:tag name="KSO_WM_UNIT_DIAGRAM_ISNUMVISUAL" val="0"/>
  <p:tag name="KSO_WM_UNIT_DIAGRAM_ISREFERUNIT" val="0"/>
  <p:tag name="KSO_WM_UNIT_TYPE" val="a"/>
  <p:tag name="KSO_WM_UNIT_INDEX" val="1"/>
  <p:tag name="KSO_WM_UNIT_ID" val="custom20204468_15*a*1"/>
  <p:tag name="KSO_WM_TEMPLATE_CATEGORY" val="custom"/>
  <p:tag name="KSO_WM_TEMPLATE_INDEX" val="20204468"/>
  <p:tag name="KSO_WM_UNIT_LAYERLEVEL" val="1"/>
  <p:tag name="KSO_WM_TAG_VERSION" val="1.0"/>
  <p:tag name="KSO_WM_BEAUTIFY_FLAG" val="#wm#"/>
  <p:tag name="KSO_WM_UNIT_PRESET_TEXT" val="Enter Title"/>
</p:tagLst>
</file>

<file path=ppt/tags/tag188.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189.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19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19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68"/>
</p:tagLst>
</file>

<file path=ppt/tags/tag192.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193.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194.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19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19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68"/>
</p:tagLst>
</file>

<file path=ppt/tags/tag19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198.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199.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20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20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68"/>
</p:tagLst>
</file>

<file path=ppt/tags/tag202.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203.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204.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20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20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68"/>
</p:tagLst>
</file>

<file path=ppt/tags/tag20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208.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209.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210.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21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68"/>
</p:tagLst>
</file>

<file path=ppt/tags/tag212.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04468_7"/>
  <p:tag name="KSO_WM_TEMPLATE_SUBCATEGORY" val="0"/>
  <p:tag name="KSO_WM_TEMPLATE_MASTER_TYPE" val="1"/>
  <p:tag name="KSO_WM_TEMPLATE_COLOR_TYPE" val="1"/>
  <p:tag name="KSO_WM_SLIDE_TYPE" val="sectionTitle"/>
  <p:tag name="KSO_WM_SLIDE_SUBTYPE" val="pureTxt"/>
  <p:tag name="KSO_WM_SLIDE_ITEM_CNT" val="0"/>
  <p:tag name="KSO_WM_SLIDE_INDEX" val="7"/>
  <p:tag name="KSO_WM_TAG_VERSION" val="1.0"/>
  <p:tag name="KSO_WM_BEAUTIFY_FLAG" val="#wm#"/>
  <p:tag name="KSO_WM_TEMPLATE_CATEGORY" val="custom"/>
  <p:tag name="KSO_WM_TEMPLATE_INDEX" val="20204468"/>
  <p:tag name="KSO_WM_SLIDE_LAYOUT" val="a_b_e"/>
  <p:tag name="KSO_WM_SLIDE_LAYOUT_CNT" val="1_1_1"/>
</p:tagLst>
</file>

<file path=ppt/tags/tag214.xml><?xml version="1.0" encoding="utf-8"?>
<p:tagLst xmlns:a="http://schemas.openxmlformats.org/drawingml/2006/main" xmlns:r="http://schemas.openxmlformats.org/officeDocument/2006/relationships" xmlns:p="http://schemas.openxmlformats.org/presentationml/2006/main">
  <p:tag name="KSO_WM_UNIT_NOCLEAR" val="0"/>
  <p:tag name="KSO_WM_UNIT_VALUE" val="8"/>
  <p:tag name="KSO_WM_UNIT_HIGHLIGHT" val="0"/>
  <p:tag name="KSO_WM_UNIT_COMPATIBLE" val="1"/>
  <p:tag name="KSO_WM_UNIT_DIAGRAM_ISNUMVISUAL" val="0"/>
  <p:tag name="KSO_WM_UNIT_DIAGRAM_ISREFERUNIT" val="0"/>
  <p:tag name="KSO_WM_UNIT_TYPE" val="e"/>
  <p:tag name="KSO_WM_UNIT_INDEX" val="1"/>
  <p:tag name="KSO_WM_UNIT_ID" val="custom20204468_7*e*1"/>
  <p:tag name="KSO_WM_TEMPLATE_CATEGORY" val="custom"/>
  <p:tag name="KSO_WM_TEMPLATE_INDEX" val="20204468"/>
  <p:tag name="KSO_WM_UNIT_LAYERLEVEL" val="1"/>
  <p:tag name="KSO_WM_TAG_VERSION" val="1.0"/>
  <p:tag name="KSO_WM_BEAUTIFY_FLAG" val="#wm#"/>
  <p:tag name="KSO_WM_UNIT_PRESET_TEXT" val="Part 01"/>
</p:tagLst>
</file>

<file path=ppt/tags/tag215.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0"/>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7*a*1"/>
  <p:tag name="KSO_WM_TEMPLATE_CATEGORY" val="custom"/>
  <p:tag name="KSO_WM_TEMPLATE_INDEX" val="20204468"/>
  <p:tag name="KSO_WM_UNIT_LAYERLEVEL" val="1"/>
  <p:tag name="KSO_WM_TAG_VERSION" val="1.0"/>
  <p:tag name="KSO_WM_BEAUTIFY_FLAG" val="#wm#"/>
  <p:tag name="KSO_WM_UNIT_PRESET_TEXT" val="Enter Title"/>
</p:tagLst>
</file>

<file path=ppt/tags/tag21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4468"/>
</p:tagLst>
</file>

<file path=ppt/tags/tag217.xml><?xml version="1.0" encoding="utf-8"?>
<p:tagLst xmlns:a="http://schemas.openxmlformats.org/drawingml/2006/main" xmlns:r="http://schemas.openxmlformats.org/officeDocument/2006/relationships" xmlns:p="http://schemas.openxmlformats.org/presentationml/2006/main">
  <p:tag name="KSO_WM_SLIDE_BACKGROUND_TYPE" val="frame"/>
  <p:tag name="KSO_WM_UNIT_HIGHLIGHT" val="0"/>
  <p:tag name="KSO_WM_UNIT_COMPATIBLE" val="0"/>
  <p:tag name="KSO_WM_UNIT_DIAGRAM_ISNUMVISUAL" val="0"/>
  <p:tag name="KSO_WM_UNIT_DIAGRAM_ISREFERUNIT" val="0"/>
  <p:tag name="KSO_WM_UNIT_SUBTYPE" val="h"/>
  <p:tag name="KSO_WM_UNIT_TYPE" val="i"/>
  <p:tag name="KSO_WM_UNIT_INDEX" val="1"/>
  <p:tag name="KSO_WM_UNIT_ID" val="custom20204468_15*i*1"/>
  <p:tag name="KSO_WM_TEMPLATE_CATEGORY" val="custom"/>
  <p:tag name="KSO_WM_TEMPLATE_INDEX" val="20204468"/>
  <p:tag name="KSO_WM_UNIT_BK_DARK_LIGHT" val="2"/>
  <p:tag name="KSO_WM_UNIT_LAYERLEVEL" val="1"/>
  <p:tag name="KSO_WM_TAG_VERSION" val="1.0"/>
  <p:tag name="KSO_WM_BEAUTIFY_FLAG" val="#wm#"/>
</p:tagLst>
</file>

<file path=ppt/tags/tag218.xml><?xml version="1.0" encoding="utf-8"?>
<p:tagLst xmlns:a="http://schemas.openxmlformats.org/drawingml/2006/main" xmlns:r="http://schemas.openxmlformats.org/officeDocument/2006/relationships" xmlns:p="http://schemas.openxmlformats.org/presentationml/2006/main">
  <p:tag name="KSO_WM_SLIDE_ID" val="custom20204468_35"/>
  <p:tag name="KSO_WM_TEMPLATE_SUBCATEGORY" val="0"/>
  <p:tag name="KSO_WM_TEMPLATE_MASTER_TYPE" val="1"/>
  <p:tag name="KSO_WM_TEMPLATE_COLOR_TYPE" val="1"/>
  <p:tag name="KSO_WM_SLIDE_TYPE" val="endPage"/>
  <p:tag name="KSO_WM_SLIDE_SUBTYPE" val="pureTxt"/>
  <p:tag name="KSO_WM_SLIDE_ITEM_CNT" val="0"/>
  <p:tag name="KSO_WM_SLIDE_INDEX" val="35"/>
  <p:tag name="KSO_WM_TAG_VERSION" val="1.0"/>
  <p:tag name="KSO_WM_BEAUTIFY_FLAG" val="#wm#"/>
  <p:tag name="KSO_WM_TEMPLATE_CATEGORY" val="custom"/>
  <p:tag name="KSO_WM_TEMPLATE_INDEX" val="20204468"/>
  <p:tag name="KSO_WM_SLIDE_LAYOUT" val="a_b_f"/>
  <p:tag name="KSO_WM_SLIDE_LAYOUT_CNT" val="1_1_2"/>
</p:tagLst>
</file>

<file path=ppt/tags/tag219.xml><?xml version="1.0" encoding="utf-8"?>
<p:tagLst xmlns:a="http://schemas.openxmlformats.org/drawingml/2006/main" xmlns:r="http://schemas.openxmlformats.org/officeDocument/2006/relationships" xmlns:p="http://schemas.openxmlformats.org/presentationml/2006/main">
  <p:tag name="KSO_WM_UNIT_ISCONTENTSTITLE" val="0"/>
  <p:tag name="KSO_WM_UNIT_NOCLEAR" val="1"/>
  <p:tag name="KSO_WM_UNIT_VALUE" val="10"/>
  <p:tag name="KSO_WM_UNIT_HIGHLIGHT" val="0"/>
  <p:tag name="KSO_WM_UNIT_COMPATIBLE" val="0"/>
  <p:tag name="KSO_WM_UNIT_DIAGRAM_ISNUMVISUAL" val="0"/>
  <p:tag name="KSO_WM_UNIT_DIAGRAM_ISREFERUNIT" val="0"/>
  <p:tag name="KSO_WM_UNIT_TYPE" val="a"/>
  <p:tag name="KSO_WM_UNIT_INDEX" val="1"/>
  <p:tag name="KSO_WM_UNIT_ID" val="custom20204468_35*a*1"/>
  <p:tag name="KSO_WM_TEMPLATE_CATEGORY" val="custom"/>
  <p:tag name="KSO_WM_TEMPLATE_INDEX" val="20204468"/>
  <p:tag name="KSO_WM_UNIT_LAYERLEVEL" val="1"/>
  <p:tag name="KSO_WM_TAG_VERSION" val="1.0"/>
  <p:tag name="KSO_WM_BEAUTIFY_FLAG" val="#wm#"/>
  <p:tag name="KSO_WM_UNIT_PRESET_TEXT" val="谢谢观看"/>
</p:tagLst>
</file>

<file path=ppt/theme/theme1.xml><?xml version="1.0" encoding="utf-8"?>
<a:theme xmlns:a="http://schemas.openxmlformats.org/drawingml/2006/main" name="Office 主题​​">
  <a:themeElements>
    <a:clrScheme name="自定义 188">
      <a:dk1>
        <a:srgbClr val="000000"/>
      </a:dk1>
      <a:lt1>
        <a:srgbClr val="FFFFFF"/>
      </a:lt1>
      <a:dk2>
        <a:srgbClr val="415A59"/>
      </a:dk2>
      <a:lt2>
        <a:srgbClr val="F7FBFB"/>
      </a:lt2>
      <a:accent1>
        <a:srgbClr val="D5EAEA"/>
      </a:accent1>
      <a:accent2>
        <a:srgbClr val="C7F3F9"/>
      </a:accent2>
      <a:accent3>
        <a:srgbClr val="CBECFD"/>
      </a:accent3>
      <a:accent4>
        <a:srgbClr val="C1DBFB"/>
      </a:accent4>
      <a:accent5>
        <a:srgbClr val="D1D6FF"/>
      </a:accent5>
      <a:accent6>
        <a:srgbClr val="FBE6F0"/>
      </a:accent6>
      <a:hlink>
        <a:srgbClr val="0563C1"/>
      </a:hlink>
      <a:folHlink>
        <a:srgbClr val="954F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290</Words>
  <Application>Microsoft Office PowerPoint</Application>
  <PresentationFormat>Widescreen</PresentationFormat>
  <Paragraphs>109</Paragraphs>
  <Slides>21</Slides>
  <Notes>15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等线</vt:lpstr>
      <vt:lpstr>Microsoft YaHei</vt:lpstr>
      <vt:lpstr>Arial</vt:lpstr>
      <vt:lpstr>Calibri</vt:lpstr>
      <vt:lpstr>Wingdings</vt:lpstr>
      <vt:lpstr>Office 主题​​</vt:lpstr>
      <vt:lpstr>Health and Lifestyle Data Analysis</vt:lpstr>
      <vt:lpstr>PowerPoint Presentation</vt:lpstr>
      <vt:lpstr>Introduction</vt:lpstr>
      <vt:lpstr>PowerPoint Presentation</vt:lpstr>
      <vt:lpstr>Dataset Description</vt:lpstr>
      <vt:lpstr>PowerPoint Presentation</vt:lpstr>
      <vt:lpstr>Problem Statement</vt:lpstr>
      <vt:lpstr>PowerPoint Presentation</vt:lpstr>
      <vt:lpstr>Objectives</vt:lpstr>
      <vt:lpstr>PowerPoint Presentation</vt:lpstr>
      <vt:lpstr>Data Preprocessing</vt:lpstr>
      <vt:lpstr>PowerPoint Presentation</vt:lpstr>
      <vt:lpstr>Exploratory Data Analysis</vt:lpstr>
      <vt:lpstr>PowerPoint Presentation</vt:lpstr>
      <vt:lpstr>Machine Learning Model</vt:lpstr>
      <vt:lpstr>PowerPoint Presentation</vt:lpstr>
      <vt:lpstr>Results</vt:lpstr>
      <vt:lpstr>PowerPoint Presentation</vt:lpstr>
      <vt:lpstr>Conclusion</vt:lpstr>
      <vt:lpstr>PowerPoint Presentation</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2GGTFQ2</dc:creator>
  <cp:lastModifiedBy>Muhammad Faheem</cp:lastModifiedBy>
  <cp:revision>313</cp:revision>
  <dcterms:created xsi:type="dcterms:W3CDTF">2018-07-25T09:21:00Z</dcterms:created>
  <dcterms:modified xsi:type="dcterms:W3CDTF">2026-01-17T08:21:43Z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AB248EFA2D1C4B1B89BD196758163DE8_13</vt:lpwstr>
  </property>
</Properties>
</file>